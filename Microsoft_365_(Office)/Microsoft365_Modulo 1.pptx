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38" r:id="rId2"/>
    <p:sldId id="256" r:id="rId3"/>
    <p:sldId id="257" r:id="rId4"/>
    <p:sldId id="258" r:id="rId5"/>
    <p:sldId id="259" r:id="rId6"/>
    <p:sldId id="260" r:id="rId7"/>
    <p:sldId id="261" r:id="rId8"/>
    <p:sldId id="349" r:id="rId9"/>
    <p:sldId id="350" r:id="rId10"/>
    <p:sldId id="262" r:id="rId11"/>
    <p:sldId id="263" r:id="rId12"/>
    <p:sldId id="264" r:id="rId13"/>
    <p:sldId id="352" r:id="rId14"/>
    <p:sldId id="265" r:id="rId15"/>
    <p:sldId id="266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8" r:id="rId25"/>
    <p:sldId id="347" r:id="rId26"/>
    <p:sldId id="267" r:id="rId27"/>
    <p:sldId id="268" r:id="rId28"/>
    <p:sldId id="269" r:id="rId29"/>
    <p:sldId id="353" r:id="rId30"/>
    <p:sldId id="270" r:id="rId31"/>
    <p:sldId id="271" r:id="rId32"/>
    <p:sldId id="272" r:id="rId33"/>
    <p:sldId id="351" r:id="rId34"/>
    <p:sldId id="273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embre Matteo" userId="437dbab0-cd7d-4665-9647-10d1fd490981" providerId="ADAL" clId="{91B3E30A-C5F4-46D0-B01E-FB65EC075246}"/>
    <pc:docChg chg="undo custSel addSld delSld modSld sldOrd">
      <pc:chgData name="Novembre Matteo" userId="437dbab0-cd7d-4665-9647-10d1fd490981" providerId="ADAL" clId="{91B3E30A-C5F4-46D0-B01E-FB65EC075246}" dt="2026-02-12T15:19:50.592" v="479" actId="47"/>
      <pc:docMkLst>
        <pc:docMk/>
      </pc:docMkLst>
      <pc:sldChg chg="modSp mod">
        <pc:chgData name="Novembre Matteo" userId="437dbab0-cd7d-4665-9647-10d1fd490981" providerId="ADAL" clId="{91B3E30A-C5F4-46D0-B01E-FB65EC075246}" dt="2026-02-09T16:54:53.294" v="242" actId="1076"/>
        <pc:sldMkLst>
          <pc:docMk/>
          <pc:sldMk cId="0" sldId="256"/>
        </pc:sldMkLst>
        <pc:picChg chg="mod">
          <ac:chgData name="Novembre Matteo" userId="437dbab0-cd7d-4665-9647-10d1fd490981" providerId="ADAL" clId="{91B3E30A-C5F4-46D0-B01E-FB65EC075246}" dt="2026-02-09T16:54:53.294" v="242" actId="1076"/>
          <ac:picMkLst>
            <pc:docMk/>
            <pc:sldMk cId="0" sldId="256"/>
            <ac:picMk id="27" creationId="{00000000-0000-0000-0000-000000000000}"/>
          </ac:picMkLst>
        </pc:picChg>
      </pc:sldChg>
      <pc:sldChg chg="modSp mod">
        <pc:chgData name="Novembre Matteo" userId="437dbab0-cd7d-4665-9647-10d1fd490981" providerId="ADAL" clId="{91B3E30A-C5F4-46D0-B01E-FB65EC075246}" dt="2026-02-10T19:35:30.645" v="367" actId="20577"/>
        <pc:sldMkLst>
          <pc:docMk/>
          <pc:sldMk cId="0" sldId="257"/>
        </pc:sldMkLst>
        <pc:spChg chg="mod">
          <ac:chgData name="Novembre Matteo" userId="437dbab0-cd7d-4665-9647-10d1fd490981" providerId="ADAL" clId="{91B3E30A-C5F4-46D0-B01E-FB65EC075246}" dt="2026-02-10T19:35:30.645" v="367" actId="20577"/>
          <ac:spMkLst>
            <pc:docMk/>
            <pc:sldMk cId="0" sldId="257"/>
            <ac:spMk id="62" creationId="{00000000-0000-0000-0000-000000000000}"/>
          </ac:spMkLst>
        </pc:spChg>
      </pc:sldChg>
      <pc:sldChg chg="modSp mod">
        <pc:chgData name="Novembre Matteo" userId="437dbab0-cd7d-4665-9647-10d1fd490981" providerId="ADAL" clId="{91B3E30A-C5F4-46D0-B01E-FB65EC075246}" dt="2026-02-09T16:06:02.936" v="194" actId="14100"/>
        <pc:sldMkLst>
          <pc:docMk/>
          <pc:sldMk cId="0" sldId="258"/>
        </pc:sldMkLst>
        <pc:picChg chg="mod">
          <ac:chgData name="Novembre Matteo" userId="437dbab0-cd7d-4665-9647-10d1fd490981" providerId="ADAL" clId="{91B3E30A-C5F4-46D0-B01E-FB65EC075246}" dt="2026-02-09T16:05:59.351" v="193" actId="14100"/>
          <ac:picMkLst>
            <pc:docMk/>
            <pc:sldMk cId="0" sldId="258"/>
            <ac:picMk id="39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9T16:06:02.936" v="194" actId="14100"/>
          <ac:picMkLst>
            <pc:docMk/>
            <pc:sldMk cId="0" sldId="258"/>
            <ac:picMk id="47" creationId="{00000000-0000-0000-0000-000000000000}"/>
          </ac:picMkLst>
        </pc:picChg>
      </pc:sldChg>
      <pc:sldChg chg="addSp modSp mod">
        <pc:chgData name="Novembre Matteo" userId="437dbab0-cd7d-4665-9647-10d1fd490981" providerId="ADAL" clId="{91B3E30A-C5F4-46D0-B01E-FB65EC075246}" dt="2026-02-09T16:52:43.343" v="235" actId="20577"/>
        <pc:sldMkLst>
          <pc:docMk/>
          <pc:sldMk cId="0" sldId="261"/>
        </pc:sldMkLst>
        <pc:spChg chg="mod">
          <ac:chgData name="Novembre Matteo" userId="437dbab0-cd7d-4665-9647-10d1fd490981" providerId="ADAL" clId="{91B3E30A-C5F4-46D0-B01E-FB65EC075246}" dt="2026-02-08T11:03:31.614" v="98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2:40.162" v="90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1.134" v="94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1.134" v="94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1.134" v="94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1.134" v="94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1.134" v="94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1.134" v="94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7.134" v="95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7.134" v="95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7.134" v="95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7.134" v="95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7.134" v="95" actId="107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07.134" v="95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13.062" v="96" actId="107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13.062" v="96" actId="107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13.062" v="96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13.062" v="96" actId="107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13.062" v="96" actId="1076"/>
          <ac:spMkLst>
            <pc:docMk/>
            <pc:sldMk cId="0" sldId="261"/>
            <ac:spMk id="3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13.062" v="96" actId="107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24.123" v="97" actId="107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24.123" v="97" actId="107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45.229" v="99" actId="1076"/>
          <ac:spMkLst>
            <pc:docMk/>
            <pc:sldMk cId="0" sldId="261"/>
            <ac:spMk id="4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24.123" v="97" actId="1076"/>
          <ac:spMkLst>
            <pc:docMk/>
            <pc:sldMk cId="0" sldId="261"/>
            <ac:spMk id="4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24.123" v="97" actId="107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24.123" v="97" actId="1076"/>
          <ac:spMkLst>
            <pc:docMk/>
            <pc:sldMk cId="0" sldId="261"/>
            <ac:spMk id="5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24.123" v="97" actId="1076"/>
          <ac:spMkLst>
            <pc:docMk/>
            <pc:sldMk cId="0" sldId="261"/>
            <ac:spMk id="5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24.123" v="97" actId="1076"/>
          <ac:spMkLst>
            <pc:docMk/>
            <pc:sldMk cId="0" sldId="261"/>
            <ac:spMk id="5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24.123" v="97" actId="1076"/>
          <ac:spMkLst>
            <pc:docMk/>
            <pc:sldMk cId="0" sldId="261"/>
            <ac:spMk id="6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3:24.123" v="97" actId="1076"/>
          <ac:spMkLst>
            <pc:docMk/>
            <pc:sldMk cId="0" sldId="261"/>
            <ac:spMk id="6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9T16:52:43.343" v="235" actId="20577"/>
          <ac:spMkLst>
            <pc:docMk/>
            <pc:sldMk cId="0" sldId="261"/>
            <ac:spMk id="71" creationId="{00000000-0000-0000-0000-000000000000}"/>
          </ac:spMkLst>
        </pc:spChg>
        <pc:spChg chg="add mod">
          <ac:chgData name="Novembre Matteo" userId="437dbab0-cd7d-4665-9647-10d1fd490981" providerId="ADAL" clId="{91B3E30A-C5F4-46D0-B01E-FB65EC075246}" dt="2026-02-09T16:52:14.499" v="233"/>
          <ac:spMkLst>
            <pc:docMk/>
            <pc:sldMk cId="0" sldId="261"/>
            <ac:spMk id="72" creationId="{5FDD96A6-888C-72E4-C3D7-8505CCDF56A9}"/>
          </ac:spMkLst>
        </pc:spChg>
        <pc:picChg chg="mod">
          <ac:chgData name="Novembre Matteo" userId="437dbab0-cd7d-4665-9647-10d1fd490981" providerId="ADAL" clId="{91B3E30A-C5F4-46D0-B01E-FB65EC075246}" dt="2026-02-08T11:03:01.134" v="94" actId="1076"/>
          <ac:picMkLst>
            <pc:docMk/>
            <pc:sldMk cId="0" sldId="261"/>
            <ac:picMk id="17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03:07.134" v="95" actId="1076"/>
          <ac:picMkLst>
            <pc:docMk/>
            <pc:sldMk cId="0" sldId="261"/>
            <ac:picMk id="24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03:13.062" v="96" actId="1076"/>
          <ac:picMkLst>
            <pc:docMk/>
            <pc:sldMk cId="0" sldId="261"/>
            <ac:picMk id="31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9T16:48:39.710" v="230" actId="14100"/>
          <ac:picMkLst>
            <pc:docMk/>
            <pc:sldMk cId="0" sldId="261"/>
            <ac:picMk id="41" creationId="{00000000-0000-0000-0000-000000000000}"/>
          </ac:picMkLst>
        </pc:picChg>
      </pc:sldChg>
      <pc:sldChg chg="modSp mod">
        <pc:chgData name="Novembre Matteo" userId="437dbab0-cd7d-4665-9647-10d1fd490981" providerId="ADAL" clId="{91B3E30A-C5F4-46D0-B01E-FB65EC075246}" dt="2026-02-08T11:04:29.081" v="105" actId="1076"/>
        <pc:sldMkLst>
          <pc:docMk/>
          <pc:sldMk cId="0" sldId="262"/>
        </pc:sldMkLst>
        <pc:spChg chg="mod">
          <ac:chgData name="Novembre Matteo" userId="437dbab0-cd7d-4665-9647-10d1fd490981" providerId="ADAL" clId="{91B3E30A-C5F4-46D0-B01E-FB65EC075246}" dt="2026-02-08T11:04:18.170" v="101" actId="1076"/>
          <ac:spMkLst>
            <pc:docMk/>
            <pc:sldMk cId="0" sldId="262"/>
            <ac:spMk id="4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4:29.081" v="105" actId="1076"/>
          <ac:spMkLst>
            <pc:docMk/>
            <pc:sldMk cId="0" sldId="262"/>
            <ac:spMk id="4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04:18.170" v="101" actId="1076"/>
          <ac:spMkLst>
            <pc:docMk/>
            <pc:sldMk cId="0" sldId="262"/>
            <ac:spMk id="47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2-08T11:04:23.957" v="103" actId="1076"/>
          <ac:picMkLst>
            <pc:docMk/>
            <pc:sldMk cId="0" sldId="262"/>
            <ac:picMk id="38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04:18.170" v="101" actId="1076"/>
          <ac:picMkLst>
            <pc:docMk/>
            <pc:sldMk cId="0" sldId="262"/>
            <ac:picMk id="44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04:18.170" v="101" actId="1076"/>
          <ac:picMkLst>
            <pc:docMk/>
            <pc:sldMk cId="0" sldId="262"/>
            <ac:picMk id="4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04:18.170" v="101" actId="1076"/>
          <ac:picMkLst>
            <pc:docMk/>
            <pc:sldMk cId="0" sldId="262"/>
            <ac:picMk id="48" creationId="{00000000-0000-0000-0000-000000000000}"/>
          </ac:picMkLst>
        </pc:picChg>
      </pc:sldChg>
      <pc:sldChg chg="modSp mod">
        <pc:chgData name="Novembre Matteo" userId="437dbab0-cd7d-4665-9647-10d1fd490981" providerId="ADAL" clId="{91B3E30A-C5F4-46D0-B01E-FB65EC075246}" dt="2026-02-10T13:23:28.067" v="278" actId="1076"/>
        <pc:sldMkLst>
          <pc:docMk/>
          <pc:sldMk cId="0" sldId="265"/>
        </pc:sldMkLst>
        <pc:picChg chg="mod">
          <ac:chgData name="Novembre Matteo" userId="437dbab0-cd7d-4665-9647-10d1fd490981" providerId="ADAL" clId="{91B3E30A-C5F4-46D0-B01E-FB65EC075246}" dt="2026-02-10T13:23:18.390" v="276" actId="1076"/>
          <ac:picMkLst>
            <pc:docMk/>
            <pc:sldMk cId="0" sldId="265"/>
            <ac:picMk id="10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10T13:23:28.067" v="278" actId="1076"/>
          <ac:picMkLst>
            <pc:docMk/>
            <pc:sldMk cId="0" sldId="265"/>
            <ac:picMk id="1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10T13:23:24.931" v="277" actId="1076"/>
          <ac:picMkLst>
            <pc:docMk/>
            <pc:sldMk cId="0" sldId="265"/>
            <ac:picMk id="22" creationId="{00000000-0000-0000-0000-000000000000}"/>
          </ac:picMkLst>
        </pc:picChg>
      </pc:sldChg>
      <pc:sldChg chg="modSp del mod ord">
        <pc:chgData name="Novembre Matteo" userId="437dbab0-cd7d-4665-9647-10d1fd490981" providerId="ADAL" clId="{91B3E30A-C5F4-46D0-B01E-FB65EC075246}" dt="2026-02-12T15:19:20.655" v="418" actId="47"/>
        <pc:sldMkLst>
          <pc:docMk/>
          <pc:sldMk cId="0" sldId="274"/>
        </pc:sldMkLst>
        <pc:spChg chg="mod">
          <ac:chgData name="Novembre Matteo" userId="437dbab0-cd7d-4665-9647-10d1fd490981" providerId="ADAL" clId="{91B3E30A-C5F4-46D0-B01E-FB65EC075246}" dt="2026-02-08T11:13:53.489" v="163" actId="1076"/>
          <ac:spMkLst>
            <pc:docMk/>
            <pc:sldMk cId="0" sldId="274"/>
            <ac:spMk id="4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4:05.192" v="166" actId="14100"/>
          <ac:spMkLst>
            <pc:docMk/>
            <pc:sldMk cId="0" sldId="274"/>
            <ac:spMk id="43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2-08T11:14:16.255" v="168" actId="14100"/>
          <ac:picMkLst>
            <pc:docMk/>
            <pc:sldMk cId="0" sldId="274"/>
            <ac:picMk id="34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4:01.034" v="165" actId="14100"/>
          <ac:picMkLst>
            <pc:docMk/>
            <pc:sldMk cId="0" sldId="274"/>
            <ac:picMk id="4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4:23.505" v="169" actId="1076"/>
          <ac:picMkLst>
            <pc:docMk/>
            <pc:sldMk cId="0" sldId="274"/>
            <ac:picMk id="4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4:09.651" v="167" actId="1076"/>
          <ac:picMkLst>
            <pc:docMk/>
            <pc:sldMk cId="0" sldId="274"/>
            <ac:picMk id="48" creationId="{00000000-0000-0000-0000-000000000000}"/>
          </ac:picMkLst>
        </pc:picChg>
      </pc:sldChg>
      <pc:sldChg chg="del">
        <pc:chgData name="Novembre Matteo" userId="437dbab0-cd7d-4665-9647-10d1fd490981" providerId="ADAL" clId="{91B3E30A-C5F4-46D0-B01E-FB65EC075246}" dt="2026-02-12T15:19:20.910" v="419" actId="47"/>
        <pc:sldMkLst>
          <pc:docMk/>
          <pc:sldMk cId="0" sldId="275"/>
        </pc:sldMkLst>
      </pc:sldChg>
      <pc:sldChg chg="del">
        <pc:chgData name="Novembre Matteo" userId="437dbab0-cd7d-4665-9647-10d1fd490981" providerId="ADAL" clId="{91B3E30A-C5F4-46D0-B01E-FB65EC075246}" dt="2026-02-12T15:19:21.238" v="420" actId="47"/>
        <pc:sldMkLst>
          <pc:docMk/>
          <pc:sldMk cId="0" sldId="276"/>
        </pc:sldMkLst>
      </pc:sldChg>
      <pc:sldChg chg="del modAnim">
        <pc:chgData name="Novembre Matteo" userId="437dbab0-cd7d-4665-9647-10d1fd490981" providerId="ADAL" clId="{91B3E30A-C5F4-46D0-B01E-FB65EC075246}" dt="2026-02-12T15:19:22.574" v="421" actId="47"/>
        <pc:sldMkLst>
          <pc:docMk/>
          <pc:sldMk cId="0" sldId="277"/>
        </pc:sldMkLst>
      </pc:sldChg>
      <pc:sldChg chg="del">
        <pc:chgData name="Novembre Matteo" userId="437dbab0-cd7d-4665-9647-10d1fd490981" providerId="ADAL" clId="{91B3E30A-C5F4-46D0-B01E-FB65EC075246}" dt="2026-02-12T15:19:23.096" v="422" actId="47"/>
        <pc:sldMkLst>
          <pc:docMk/>
          <pc:sldMk cId="0" sldId="278"/>
        </pc:sldMkLst>
      </pc:sldChg>
      <pc:sldChg chg="del">
        <pc:chgData name="Novembre Matteo" userId="437dbab0-cd7d-4665-9647-10d1fd490981" providerId="ADAL" clId="{91B3E30A-C5F4-46D0-B01E-FB65EC075246}" dt="2026-02-12T15:19:23.347" v="423" actId="47"/>
        <pc:sldMkLst>
          <pc:docMk/>
          <pc:sldMk cId="0" sldId="279"/>
        </pc:sldMkLst>
      </pc:sldChg>
      <pc:sldChg chg="del">
        <pc:chgData name="Novembre Matteo" userId="437dbab0-cd7d-4665-9647-10d1fd490981" providerId="ADAL" clId="{91B3E30A-C5F4-46D0-B01E-FB65EC075246}" dt="2026-02-12T15:19:23.537" v="424" actId="47"/>
        <pc:sldMkLst>
          <pc:docMk/>
          <pc:sldMk cId="0" sldId="280"/>
        </pc:sldMkLst>
      </pc:sldChg>
      <pc:sldChg chg="modSp del mod">
        <pc:chgData name="Novembre Matteo" userId="437dbab0-cd7d-4665-9647-10d1fd490981" providerId="ADAL" clId="{91B3E30A-C5F4-46D0-B01E-FB65EC075246}" dt="2026-02-12T15:19:23.698" v="425" actId="47"/>
        <pc:sldMkLst>
          <pc:docMk/>
          <pc:sldMk cId="0" sldId="281"/>
        </pc:sldMkLst>
        <pc:spChg chg="mod">
          <ac:chgData name="Novembre Matteo" userId="437dbab0-cd7d-4665-9647-10d1fd490981" providerId="ADAL" clId="{91B3E30A-C5F4-46D0-B01E-FB65EC075246}" dt="2026-02-08T11:17:31.704" v="170" actId="1076"/>
          <ac:spMkLst>
            <pc:docMk/>
            <pc:sldMk cId="0" sldId="281"/>
            <ac:spMk id="5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7:36.899" v="171" actId="1076"/>
          <ac:spMkLst>
            <pc:docMk/>
            <pc:sldMk cId="0" sldId="281"/>
            <ac:spMk id="6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7:41.126" v="172" actId="1076"/>
          <ac:spMkLst>
            <pc:docMk/>
            <pc:sldMk cId="0" sldId="281"/>
            <ac:spMk id="7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7:48.153" v="173" actId="1076"/>
          <ac:spMkLst>
            <pc:docMk/>
            <pc:sldMk cId="0" sldId="281"/>
            <ac:spMk id="81" creationId="{00000000-0000-0000-0000-000000000000}"/>
          </ac:spMkLst>
        </pc:spChg>
      </pc:sldChg>
      <pc:sldChg chg="del">
        <pc:chgData name="Novembre Matteo" userId="437dbab0-cd7d-4665-9647-10d1fd490981" providerId="ADAL" clId="{91B3E30A-C5F4-46D0-B01E-FB65EC075246}" dt="2026-02-12T15:19:23.857" v="426" actId="47"/>
        <pc:sldMkLst>
          <pc:docMk/>
          <pc:sldMk cId="0" sldId="282"/>
        </pc:sldMkLst>
      </pc:sldChg>
      <pc:sldChg chg="modSp del mod">
        <pc:chgData name="Novembre Matteo" userId="437dbab0-cd7d-4665-9647-10d1fd490981" providerId="ADAL" clId="{91B3E30A-C5F4-46D0-B01E-FB65EC075246}" dt="2026-02-12T15:19:24.153" v="428" actId="47"/>
        <pc:sldMkLst>
          <pc:docMk/>
          <pc:sldMk cId="0" sldId="283"/>
        </pc:sldMkLst>
        <pc:spChg chg="mod">
          <ac:chgData name="Novembre Matteo" userId="437dbab0-cd7d-4665-9647-10d1fd490981" providerId="ADAL" clId="{91B3E30A-C5F4-46D0-B01E-FB65EC075246}" dt="2026-02-08T11:18:06.945" v="175" actId="1076"/>
          <ac:spMkLst>
            <pc:docMk/>
            <pc:sldMk cId="0" sldId="283"/>
            <ac:spMk id="9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2-08T11:18:10.527" v="177" actId="1076"/>
          <ac:picMkLst>
            <pc:docMk/>
            <pc:sldMk cId="0" sldId="283"/>
            <ac:picMk id="10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8:14.064" v="178" actId="1076"/>
          <ac:picMkLst>
            <pc:docMk/>
            <pc:sldMk cId="0" sldId="283"/>
            <ac:picMk id="1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8:17.110" v="179" actId="1076"/>
          <ac:picMkLst>
            <pc:docMk/>
            <pc:sldMk cId="0" sldId="283"/>
            <ac:picMk id="2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8:20.451" v="180" actId="1076"/>
          <ac:picMkLst>
            <pc:docMk/>
            <pc:sldMk cId="0" sldId="283"/>
            <ac:picMk id="28" creationId="{00000000-0000-0000-0000-000000000000}"/>
          </ac:picMkLst>
        </pc:picChg>
      </pc:sldChg>
      <pc:sldChg chg="modSp del mod modAnim">
        <pc:chgData name="Novembre Matteo" userId="437dbab0-cd7d-4665-9647-10d1fd490981" providerId="ADAL" clId="{91B3E30A-C5F4-46D0-B01E-FB65EC075246}" dt="2026-02-12T15:19:24.342" v="429" actId="47"/>
        <pc:sldMkLst>
          <pc:docMk/>
          <pc:sldMk cId="0" sldId="284"/>
        </pc:sldMkLst>
        <pc:spChg chg="mod">
          <ac:chgData name="Novembre Matteo" userId="437dbab0-cd7d-4665-9647-10d1fd490981" providerId="ADAL" clId="{91B3E30A-C5F4-46D0-B01E-FB65EC075246}" dt="2026-02-08T15:24:54.289" v="192" actId="20577"/>
          <ac:spMkLst>
            <pc:docMk/>
            <pc:sldMk cId="0" sldId="284"/>
            <ac:spMk id="8" creationId="{00000000-0000-0000-0000-000000000000}"/>
          </ac:spMkLst>
        </pc:spChg>
      </pc:sldChg>
      <pc:sldChg chg="del">
        <pc:chgData name="Novembre Matteo" userId="437dbab0-cd7d-4665-9647-10d1fd490981" providerId="ADAL" clId="{91B3E30A-C5F4-46D0-B01E-FB65EC075246}" dt="2026-02-12T15:19:24.498" v="430" actId="47"/>
        <pc:sldMkLst>
          <pc:docMk/>
          <pc:sldMk cId="0" sldId="285"/>
        </pc:sldMkLst>
      </pc:sldChg>
      <pc:sldChg chg="del">
        <pc:chgData name="Novembre Matteo" userId="437dbab0-cd7d-4665-9647-10d1fd490981" providerId="ADAL" clId="{91B3E30A-C5F4-46D0-B01E-FB65EC075246}" dt="2026-02-12T15:19:24.670" v="431" actId="47"/>
        <pc:sldMkLst>
          <pc:docMk/>
          <pc:sldMk cId="0" sldId="286"/>
        </pc:sldMkLst>
      </pc:sldChg>
      <pc:sldChg chg="del">
        <pc:chgData name="Novembre Matteo" userId="437dbab0-cd7d-4665-9647-10d1fd490981" providerId="ADAL" clId="{91B3E30A-C5F4-46D0-B01E-FB65EC075246}" dt="2026-02-12T15:19:24.843" v="432" actId="47"/>
        <pc:sldMkLst>
          <pc:docMk/>
          <pc:sldMk cId="0" sldId="287"/>
        </pc:sldMkLst>
      </pc:sldChg>
      <pc:sldChg chg="del">
        <pc:chgData name="Novembre Matteo" userId="437dbab0-cd7d-4665-9647-10d1fd490981" providerId="ADAL" clId="{91B3E30A-C5F4-46D0-B01E-FB65EC075246}" dt="2026-02-12T15:19:26.257" v="433" actId="47"/>
        <pc:sldMkLst>
          <pc:docMk/>
          <pc:sldMk cId="0" sldId="288"/>
        </pc:sldMkLst>
      </pc:sldChg>
      <pc:sldChg chg="del">
        <pc:chgData name="Novembre Matteo" userId="437dbab0-cd7d-4665-9647-10d1fd490981" providerId="ADAL" clId="{91B3E30A-C5F4-46D0-B01E-FB65EC075246}" dt="2026-02-12T15:19:26.753" v="434" actId="47"/>
        <pc:sldMkLst>
          <pc:docMk/>
          <pc:sldMk cId="0" sldId="289"/>
        </pc:sldMkLst>
      </pc:sldChg>
      <pc:sldChg chg="del">
        <pc:chgData name="Novembre Matteo" userId="437dbab0-cd7d-4665-9647-10d1fd490981" providerId="ADAL" clId="{91B3E30A-C5F4-46D0-B01E-FB65EC075246}" dt="2026-02-12T15:19:27.143" v="435" actId="47"/>
        <pc:sldMkLst>
          <pc:docMk/>
          <pc:sldMk cId="0" sldId="290"/>
        </pc:sldMkLst>
      </pc:sldChg>
      <pc:sldChg chg="del">
        <pc:chgData name="Novembre Matteo" userId="437dbab0-cd7d-4665-9647-10d1fd490981" providerId="ADAL" clId="{91B3E30A-C5F4-46D0-B01E-FB65EC075246}" dt="2026-02-12T15:19:27.918" v="436" actId="47"/>
        <pc:sldMkLst>
          <pc:docMk/>
          <pc:sldMk cId="0" sldId="291"/>
        </pc:sldMkLst>
      </pc:sldChg>
      <pc:sldChg chg="modSp del mod">
        <pc:chgData name="Novembre Matteo" userId="437dbab0-cd7d-4665-9647-10d1fd490981" providerId="ADAL" clId="{91B3E30A-C5F4-46D0-B01E-FB65EC075246}" dt="2026-02-12T15:19:28.329" v="437" actId="47"/>
        <pc:sldMkLst>
          <pc:docMk/>
          <pc:sldMk cId="0" sldId="292"/>
        </pc:sldMkLst>
        <pc:picChg chg="mod">
          <ac:chgData name="Novembre Matteo" userId="437dbab0-cd7d-4665-9647-10d1fd490981" providerId="ADAL" clId="{91B3E30A-C5F4-46D0-B01E-FB65EC075246}" dt="2026-02-08T11:05:17.455" v="107" actId="1076"/>
          <ac:picMkLst>
            <pc:docMk/>
            <pc:sldMk cId="0" sldId="292"/>
            <ac:picMk id="81" creationId="{3B7EAA6D-53B3-A159-86C2-ADB024ED10AA}"/>
          </ac:picMkLst>
        </pc:picChg>
      </pc:sldChg>
      <pc:sldChg chg="del">
        <pc:chgData name="Novembre Matteo" userId="437dbab0-cd7d-4665-9647-10d1fd490981" providerId="ADAL" clId="{91B3E30A-C5F4-46D0-B01E-FB65EC075246}" dt="2026-02-12T15:19:28.707" v="438" actId="47"/>
        <pc:sldMkLst>
          <pc:docMk/>
          <pc:sldMk cId="0" sldId="293"/>
        </pc:sldMkLst>
      </pc:sldChg>
      <pc:sldChg chg="del">
        <pc:chgData name="Novembre Matteo" userId="437dbab0-cd7d-4665-9647-10d1fd490981" providerId="ADAL" clId="{91B3E30A-C5F4-46D0-B01E-FB65EC075246}" dt="2026-02-12T15:19:29.175" v="439" actId="47"/>
        <pc:sldMkLst>
          <pc:docMk/>
          <pc:sldMk cId="0" sldId="294"/>
        </pc:sldMkLst>
      </pc:sldChg>
      <pc:sldChg chg="del">
        <pc:chgData name="Novembre Matteo" userId="437dbab0-cd7d-4665-9647-10d1fd490981" providerId="ADAL" clId="{91B3E30A-C5F4-46D0-B01E-FB65EC075246}" dt="2026-02-12T15:19:29.753" v="440" actId="47"/>
        <pc:sldMkLst>
          <pc:docMk/>
          <pc:sldMk cId="0" sldId="295"/>
        </pc:sldMkLst>
      </pc:sldChg>
      <pc:sldChg chg="modSp del mod">
        <pc:chgData name="Novembre Matteo" userId="437dbab0-cd7d-4665-9647-10d1fd490981" providerId="ADAL" clId="{91B3E30A-C5F4-46D0-B01E-FB65EC075246}" dt="2026-02-12T15:19:30.132" v="441" actId="47"/>
        <pc:sldMkLst>
          <pc:docMk/>
          <pc:sldMk cId="0" sldId="296"/>
        </pc:sldMkLst>
        <pc:picChg chg="mod">
          <ac:chgData name="Novembre Matteo" userId="437dbab0-cd7d-4665-9647-10d1fd490981" providerId="ADAL" clId="{91B3E30A-C5F4-46D0-B01E-FB65EC075246}" dt="2026-02-08T11:19:18.228" v="181" actId="1076"/>
          <ac:picMkLst>
            <pc:docMk/>
            <pc:sldMk cId="0" sldId="296"/>
            <ac:picMk id="10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9:22.831" v="182" actId="1076"/>
          <ac:picMkLst>
            <pc:docMk/>
            <pc:sldMk cId="0" sldId="296"/>
            <ac:picMk id="1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9:27.878" v="183" actId="1076"/>
          <ac:picMkLst>
            <pc:docMk/>
            <pc:sldMk cId="0" sldId="296"/>
            <ac:picMk id="2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9:32.860" v="184" actId="1076"/>
          <ac:picMkLst>
            <pc:docMk/>
            <pc:sldMk cId="0" sldId="296"/>
            <ac:picMk id="28" creationId="{00000000-0000-0000-0000-000000000000}"/>
          </ac:picMkLst>
        </pc:picChg>
      </pc:sldChg>
      <pc:sldChg chg="del">
        <pc:chgData name="Novembre Matteo" userId="437dbab0-cd7d-4665-9647-10d1fd490981" providerId="ADAL" clId="{91B3E30A-C5F4-46D0-B01E-FB65EC075246}" dt="2026-02-12T15:19:30.450" v="442" actId="47"/>
        <pc:sldMkLst>
          <pc:docMk/>
          <pc:sldMk cId="0" sldId="297"/>
        </pc:sldMkLst>
      </pc:sldChg>
      <pc:sldChg chg="del">
        <pc:chgData name="Novembre Matteo" userId="437dbab0-cd7d-4665-9647-10d1fd490981" providerId="ADAL" clId="{91B3E30A-C5F4-46D0-B01E-FB65EC075246}" dt="2026-02-12T15:19:30.829" v="443" actId="47"/>
        <pc:sldMkLst>
          <pc:docMk/>
          <pc:sldMk cId="0" sldId="298"/>
        </pc:sldMkLst>
      </pc:sldChg>
      <pc:sldChg chg="del">
        <pc:chgData name="Novembre Matteo" userId="437dbab0-cd7d-4665-9647-10d1fd490981" providerId="ADAL" clId="{91B3E30A-C5F4-46D0-B01E-FB65EC075246}" dt="2026-02-12T15:19:31.182" v="444" actId="47"/>
        <pc:sldMkLst>
          <pc:docMk/>
          <pc:sldMk cId="0" sldId="299"/>
        </pc:sldMkLst>
      </pc:sldChg>
      <pc:sldChg chg="del">
        <pc:chgData name="Novembre Matteo" userId="437dbab0-cd7d-4665-9647-10d1fd490981" providerId="ADAL" clId="{91B3E30A-C5F4-46D0-B01E-FB65EC075246}" dt="2026-02-12T15:19:31.721" v="445" actId="47"/>
        <pc:sldMkLst>
          <pc:docMk/>
          <pc:sldMk cId="0" sldId="300"/>
        </pc:sldMkLst>
      </pc:sldChg>
      <pc:sldChg chg="del">
        <pc:chgData name="Novembre Matteo" userId="437dbab0-cd7d-4665-9647-10d1fd490981" providerId="ADAL" clId="{91B3E30A-C5F4-46D0-B01E-FB65EC075246}" dt="2026-02-12T15:19:32.127" v="446" actId="47"/>
        <pc:sldMkLst>
          <pc:docMk/>
          <pc:sldMk cId="0" sldId="301"/>
        </pc:sldMkLst>
      </pc:sldChg>
      <pc:sldChg chg="del">
        <pc:chgData name="Novembre Matteo" userId="437dbab0-cd7d-4665-9647-10d1fd490981" providerId="ADAL" clId="{91B3E30A-C5F4-46D0-B01E-FB65EC075246}" dt="2026-02-12T15:19:32.744" v="447" actId="47"/>
        <pc:sldMkLst>
          <pc:docMk/>
          <pc:sldMk cId="0" sldId="302"/>
        </pc:sldMkLst>
      </pc:sldChg>
      <pc:sldChg chg="del">
        <pc:chgData name="Novembre Matteo" userId="437dbab0-cd7d-4665-9647-10d1fd490981" providerId="ADAL" clId="{91B3E30A-C5F4-46D0-B01E-FB65EC075246}" dt="2026-02-12T15:19:33.256" v="448" actId="47"/>
        <pc:sldMkLst>
          <pc:docMk/>
          <pc:sldMk cId="0" sldId="303"/>
        </pc:sldMkLst>
      </pc:sldChg>
      <pc:sldChg chg="del">
        <pc:chgData name="Novembre Matteo" userId="437dbab0-cd7d-4665-9647-10d1fd490981" providerId="ADAL" clId="{91B3E30A-C5F4-46D0-B01E-FB65EC075246}" dt="2026-02-12T15:19:33.790" v="449" actId="47"/>
        <pc:sldMkLst>
          <pc:docMk/>
          <pc:sldMk cId="0" sldId="304"/>
        </pc:sldMkLst>
      </pc:sldChg>
      <pc:sldChg chg="del">
        <pc:chgData name="Novembre Matteo" userId="437dbab0-cd7d-4665-9647-10d1fd490981" providerId="ADAL" clId="{91B3E30A-C5F4-46D0-B01E-FB65EC075246}" dt="2026-02-12T15:19:47.112" v="474" actId="47"/>
        <pc:sldMkLst>
          <pc:docMk/>
          <pc:sldMk cId="0" sldId="305"/>
        </pc:sldMkLst>
      </pc:sldChg>
      <pc:sldChg chg="del">
        <pc:chgData name="Novembre Matteo" userId="437dbab0-cd7d-4665-9647-10d1fd490981" providerId="ADAL" clId="{91B3E30A-C5F4-46D0-B01E-FB65EC075246}" dt="2026-02-12T15:19:47.590" v="475" actId="47"/>
        <pc:sldMkLst>
          <pc:docMk/>
          <pc:sldMk cId="0" sldId="306"/>
        </pc:sldMkLst>
      </pc:sldChg>
      <pc:sldChg chg="del">
        <pc:chgData name="Novembre Matteo" userId="437dbab0-cd7d-4665-9647-10d1fd490981" providerId="ADAL" clId="{91B3E30A-C5F4-46D0-B01E-FB65EC075246}" dt="2026-02-12T15:19:48.083" v="476" actId="47"/>
        <pc:sldMkLst>
          <pc:docMk/>
          <pc:sldMk cId="0" sldId="307"/>
        </pc:sldMkLst>
      </pc:sldChg>
      <pc:sldChg chg="del">
        <pc:chgData name="Novembre Matteo" userId="437dbab0-cd7d-4665-9647-10d1fd490981" providerId="ADAL" clId="{91B3E30A-C5F4-46D0-B01E-FB65EC075246}" dt="2026-02-12T15:19:50.592" v="479" actId="47"/>
        <pc:sldMkLst>
          <pc:docMk/>
          <pc:sldMk cId="0" sldId="310"/>
        </pc:sldMkLst>
      </pc:sldChg>
      <pc:sldChg chg="del">
        <pc:chgData name="Novembre Matteo" userId="437dbab0-cd7d-4665-9647-10d1fd490981" providerId="ADAL" clId="{91B3E30A-C5F4-46D0-B01E-FB65EC075246}" dt="2026-02-12T15:19:23.995" v="427" actId="47"/>
        <pc:sldMkLst>
          <pc:docMk/>
          <pc:sldMk cId="1119716567" sldId="311"/>
        </pc:sldMkLst>
      </pc:sldChg>
      <pc:sldChg chg="del">
        <pc:chgData name="Novembre Matteo" userId="437dbab0-cd7d-4665-9647-10d1fd490981" providerId="ADAL" clId="{91B3E30A-C5F4-46D0-B01E-FB65EC075246}" dt="2026-02-12T15:19:34.550" v="450" actId="47"/>
        <pc:sldMkLst>
          <pc:docMk/>
          <pc:sldMk cId="0" sldId="312"/>
        </pc:sldMkLst>
      </pc:sldChg>
      <pc:sldChg chg="del">
        <pc:chgData name="Novembre Matteo" userId="437dbab0-cd7d-4665-9647-10d1fd490981" providerId="ADAL" clId="{91B3E30A-C5F4-46D0-B01E-FB65EC075246}" dt="2026-02-12T15:19:34.994" v="451" actId="47"/>
        <pc:sldMkLst>
          <pc:docMk/>
          <pc:sldMk cId="0" sldId="313"/>
        </pc:sldMkLst>
      </pc:sldChg>
      <pc:sldChg chg="del">
        <pc:chgData name="Novembre Matteo" userId="437dbab0-cd7d-4665-9647-10d1fd490981" providerId="ADAL" clId="{91B3E30A-C5F4-46D0-B01E-FB65EC075246}" dt="2026-02-12T15:19:35.254" v="452" actId="47"/>
        <pc:sldMkLst>
          <pc:docMk/>
          <pc:sldMk cId="0" sldId="314"/>
        </pc:sldMkLst>
      </pc:sldChg>
      <pc:sldChg chg="del">
        <pc:chgData name="Novembre Matteo" userId="437dbab0-cd7d-4665-9647-10d1fd490981" providerId="ADAL" clId="{91B3E30A-C5F4-46D0-B01E-FB65EC075246}" dt="2026-02-12T15:19:35.842" v="453" actId="47"/>
        <pc:sldMkLst>
          <pc:docMk/>
          <pc:sldMk cId="0" sldId="315"/>
        </pc:sldMkLst>
      </pc:sldChg>
      <pc:sldChg chg="del">
        <pc:chgData name="Novembre Matteo" userId="437dbab0-cd7d-4665-9647-10d1fd490981" providerId="ADAL" clId="{91B3E30A-C5F4-46D0-B01E-FB65EC075246}" dt="2026-02-12T15:19:36.145" v="454" actId="47"/>
        <pc:sldMkLst>
          <pc:docMk/>
          <pc:sldMk cId="0" sldId="316"/>
        </pc:sldMkLst>
      </pc:sldChg>
      <pc:sldChg chg="del">
        <pc:chgData name="Novembre Matteo" userId="437dbab0-cd7d-4665-9647-10d1fd490981" providerId="ADAL" clId="{91B3E30A-C5F4-46D0-B01E-FB65EC075246}" dt="2026-02-12T15:19:36.745" v="455" actId="47"/>
        <pc:sldMkLst>
          <pc:docMk/>
          <pc:sldMk cId="0" sldId="317"/>
        </pc:sldMkLst>
      </pc:sldChg>
      <pc:sldChg chg="del">
        <pc:chgData name="Novembre Matteo" userId="437dbab0-cd7d-4665-9647-10d1fd490981" providerId="ADAL" clId="{91B3E30A-C5F4-46D0-B01E-FB65EC075246}" dt="2026-02-12T15:19:37.315" v="456" actId="47"/>
        <pc:sldMkLst>
          <pc:docMk/>
          <pc:sldMk cId="0" sldId="318"/>
        </pc:sldMkLst>
      </pc:sldChg>
      <pc:sldChg chg="addSp delSp modSp del mod modAnim">
        <pc:chgData name="Novembre Matteo" userId="437dbab0-cd7d-4665-9647-10d1fd490981" providerId="ADAL" clId="{91B3E30A-C5F4-46D0-B01E-FB65EC075246}" dt="2026-02-12T15:19:37.791" v="457" actId="47"/>
        <pc:sldMkLst>
          <pc:docMk/>
          <pc:sldMk cId="0" sldId="319"/>
        </pc:sldMkLst>
        <pc:spChg chg="add mod">
          <ac:chgData name="Novembre Matteo" userId="437dbab0-cd7d-4665-9647-10d1fd490981" providerId="ADAL" clId="{91B3E30A-C5F4-46D0-B01E-FB65EC075246}" dt="2026-02-08T11:07:21.544" v="126" actId="1076"/>
          <ac:spMkLst>
            <pc:docMk/>
            <pc:sldMk cId="0" sldId="319"/>
            <ac:spMk id="25" creationId="{FBB1DDD1-D5BF-8684-40A6-88CF95D98CB2}"/>
          </ac:spMkLst>
        </pc:spChg>
        <pc:spChg chg="add mod">
          <ac:chgData name="Novembre Matteo" userId="437dbab0-cd7d-4665-9647-10d1fd490981" providerId="ADAL" clId="{91B3E30A-C5F4-46D0-B01E-FB65EC075246}" dt="2026-02-08T11:07:21.544" v="126" actId="1076"/>
          <ac:spMkLst>
            <pc:docMk/>
            <pc:sldMk cId="0" sldId="319"/>
            <ac:spMk id="26" creationId="{4E4D2A80-372A-B668-1438-B03CCD72BDCD}"/>
          </ac:spMkLst>
        </pc:spChg>
        <pc:spChg chg="add mod">
          <ac:chgData name="Novembre Matteo" userId="437dbab0-cd7d-4665-9647-10d1fd490981" providerId="ADAL" clId="{91B3E30A-C5F4-46D0-B01E-FB65EC075246}" dt="2026-02-08T11:07:12.952" v="125" actId="1076"/>
          <ac:spMkLst>
            <pc:docMk/>
            <pc:sldMk cId="0" sldId="319"/>
            <ac:spMk id="27" creationId="{70F491DB-2A31-31D8-86B1-4FD5C4DCA4AD}"/>
          </ac:spMkLst>
        </pc:spChg>
        <pc:picChg chg="mod">
          <ac:chgData name="Novembre Matteo" userId="437dbab0-cd7d-4665-9647-10d1fd490981" providerId="ADAL" clId="{91B3E30A-C5F4-46D0-B01E-FB65EC075246}" dt="2026-02-08T11:06:52.559" v="119" actId="14100"/>
          <ac:picMkLst>
            <pc:docMk/>
            <pc:sldMk cId="0" sldId="319"/>
            <ac:picMk id="20" creationId="{00000000-0000-0000-0000-000000000000}"/>
          </ac:picMkLst>
        </pc:picChg>
      </pc:sldChg>
      <pc:sldChg chg="del">
        <pc:chgData name="Novembre Matteo" userId="437dbab0-cd7d-4665-9647-10d1fd490981" providerId="ADAL" clId="{91B3E30A-C5F4-46D0-B01E-FB65EC075246}" dt="2026-02-12T15:19:38.453" v="458" actId="47"/>
        <pc:sldMkLst>
          <pc:docMk/>
          <pc:sldMk cId="0" sldId="320"/>
        </pc:sldMkLst>
      </pc:sldChg>
      <pc:sldChg chg="del">
        <pc:chgData name="Novembre Matteo" userId="437dbab0-cd7d-4665-9647-10d1fd490981" providerId="ADAL" clId="{91B3E30A-C5F4-46D0-B01E-FB65EC075246}" dt="2026-02-12T15:19:39.243" v="459" actId="47"/>
        <pc:sldMkLst>
          <pc:docMk/>
          <pc:sldMk cId="0" sldId="321"/>
        </pc:sldMkLst>
      </pc:sldChg>
      <pc:sldChg chg="del">
        <pc:chgData name="Novembre Matteo" userId="437dbab0-cd7d-4665-9647-10d1fd490981" providerId="ADAL" clId="{91B3E30A-C5F4-46D0-B01E-FB65EC075246}" dt="2026-02-12T15:19:39.652" v="460" actId="47"/>
        <pc:sldMkLst>
          <pc:docMk/>
          <pc:sldMk cId="0" sldId="322"/>
        </pc:sldMkLst>
      </pc:sldChg>
      <pc:sldChg chg="del">
        <pc:chgData name="Novembre Matteo" userId="437dbab0-cd7d-4665-9647-10d1fd490981" providerId="ADAL" clId="{91B3E30A-C5F4-46D0-B01E-FB65EC075246}" dt="2026-02-12T15:19:40.202" v="461" actId="47"/>
        <pc:sldMkLst>
          <pc:docMk/>
          <pc:sldMk cId="0" sldId="323"/>
        </pc:sldMkLst>
      </pc:sldChg>
      <pc:sldChg chg="del">
        <pc:chgData name="Novembre Matteo" userId="437dbab0-cd7d-4665-9647-10d1fd490981" providerId="ADAL" clId="{91B3E30A-C5F4-46D0-B01E-FB65EC075246}" dt="2026-02-12T15:19:40.649" v="462" actId="47"/>
        <pc:sldMkLst>
          <pc:docMk/>
          <pc:sldMk cId="0" sldId="324"/>
        </pc:sldMkLst>
      </pc:sldChg>
      <pc:sldChg chg="del">
        <pc:chgData name="Novembre Matteo" userId="437dbab0-cd7d-4665-9647-10d1fd490981" providerId="ADAL" clId="{91B3E30A-C5F4-46D0-B01E-FB65EC075246}" dt="2026-02-12T15:19:41.238" v="463" actId="47"/>
        <pc:sldMkLst>
          <pc:docMk/>
          <pc:sldMk cId="0" sldId="325"/>
        </pc:sldMkLst>
      </pc:sldChg>
      <pc:sldChg chg="del">
        <pc:chgData name="Novembre Matteo" userId="437dbab0-cd7d-4665-9647-10d1fd490981" providerId="ADAL" clId="{91B3E30A-C5F4-46D0-B01E-FB65EC075246}" dt="2026-02-12T15:19:41.813" v="464" actId="47"/>
        <pc:sldMkLst>
          <pc:docMk/>
          <pc:sldMk cId="0" sldId="326"/>
        </pc:sldMkLst>
      </pc:sldChg>
      <pc:sldChg chg="addSp delSp modSp del mod modAnim">
        <pc:chgData name="Novembre Matteo" userId="437dbab0-cd7d-4665-9647-10d1fd490981" providerId="ADAL" clId="{91B3E30A-C5F4-46D0-B01E-FB65EC075246}" dt="2026-02-12T15:19:42.428" v="465" actId="47"/>
        <pc:sldMkLst>
          <pc:docMk/>
          <pc:sldMk cId="0" sldId="327"/>
        </pc:sldMkLst>
        <pc:spChg chg="add mod">
          <ac:chgData name="Novembre Matteo" userId="437dbab0-cd7d-4665-9647-10d1fd490981" providerId="ADAL" clId="{91B3E30A-C5F4-46D0-B01E-FB65EC075246}" dt="2026-02-08T11:08:51.764" v="142" actId="1076"/>
          <ac:spMkLst>
            <pc:docMk/>
            <pc:sldMk cId="0" sldId="327"/>
            <ac:spMk id="25" creationId="{3CCF1429-0360-CFC7-ED56-4618420903C6}"/>
          </ac:spMkLst>
        </pc:spChg>
        <pc:spChg chg="add mod">
          <ac:chgData name="Novembre Matteo" userId="437dbab0-cd7d-4665-9647-10d1fd490981" providerId="ADAL" clId="{91B3E30A-C5F4-46D0-B01E-FB65EC075246}" dt="2026-02-08T11:08:05.187" v="134" actId="1076"/>
          <ac:spMkLst>
            <pc:docMk/>
            <pc:sldMk cId="0" sldId="327"/>
            <ac:spMk id="26" creationId="{0CE44BB9-7BC7-DA0E-4FA2-3BAD9AE64B71}"/>
          </ac:spMkLst>
        </pc:spChg>
        <pc:spChg chg="add mod">
          <ac:chgData name="Novembre Matteo" userId="437dbab0-cd7d-4665-9647-10d1fd490981" providerId="ADAL" clId="{91B3E30A-C5F4-46D0-B01E-FB65EC075246}" dt="2026-02-08T11:08:07.259" v="135" actId="20577"/>
          <ac:spMkLst>
            <pc:docMk/>
            <pc:sldMk cId="0" sldId="327"/>
            <ac:spMk id="27" creationId="{BA6BBD68-7DE2-13BD-03AC-AD3D21963931}"/>
          </ac:spMkLst>
        </pc:spChg>
        <pc:picChg chg="mod">
          <ac:chgData name="Novembre Matteo" userId="437dbab0-cd7d-4665-9647-10d1fd490981" providerId="ADAL" clId="{91B3E30A-C5F4-46D0-B01E-FB65EC075246}" dt="2026-02-08T11:08:29.296" v="139" actId="14100"/>
          <ac:picMkLst>
            <pc:docMk/>
            <pc:sldMk cId="0" sldId="327"/>
            <ac:picMk id="20" creationId="{00000000-0000-0000-0000-000000000000}"/>
          </ac:picMkLst>
        </pc:picChg>
      </pc:sldChg>
      <pc:sldChg chg="del">
        <pc:chgData name="Novembre Matteo" userId="437dbab0-cd7d-4665-9647-10d1fd490981" providerId="ADAL" clId="{91B3E30A-C5F4-46D0-B01E-FB65EC075246}" dt="2026-02-12T15:19:42.952" v="466" actId="47"/>
        <pc:sldMkLst>
          <pc:docMk/>
          <pc:sldMk cId="0" sldId="328"/>
        </pc:sldMkLst>
      </pc:sldChg>
      <pc:sldChg chg="del">
        <pc:chgData name="Novembre Matteo" userId="437dbab0-cd7d-4665-9647-10d1fd490981" providerId="ADAL" clId="{91B3E30A-C5F4-46D0-B01E-FB65EC075246}" dt="2026-02-12T15:19:43.453" v="467" actId="47"/>
        <pc:sldMkLst>
          <pc:docMk/>
          <pc:sldMk cId="0" sldId="329"/>
        </pc:sldMkLst>
      </pc:sldChg>
      <pc:sldChg chg="del">
        <pc:chgData name="Novembre Matteo" userId="437dbab0-cd7d-4665-9647-10d1fd490981" providerId="ADAL" clId="{91B3E30A-C5F4-46D0-B01E-FB65EC075246}" dt="2026-02-12T15:19:43.957" v="468" actId="47"/>
        <pc:sldMkLst>
          <pc:docMk/>
          <pc:sldMk cId="0" sldId="330"/>
        </pc:sldMkLst>
      </pc:sldChg>
      <pc:sldChg chg="del">
        <pc:chgData name="Novembre Matteo" userId="437dbab0-cd7d-4665-9647-10d1fd490981" providerId="ADAL" clId="{91B3E30A-C5F4-46D0-B01E-FB65EC075246}" dt="2026-02-12T15:19:44.462" v="469" actId="47"/>
        <pc:sldMkLst>
          <pc:docMk/>
          <pc:sldMk cId="0" sldId="331"/>
        </pc:sldMkLst>
      </pc:sldChg>
      <pc:sldChg chg="del">
        <pc:chgData name="Novembre Matteo" userId="437dbab0-cd7d-4665-9647-10d1fd490981" providerId="ADAL" clId="{91B3E30A-C5F4-46D0-B01E-FB65EC075246}" dt="2026-02-12T15:19:44.989" v="470" actId="47"/>
        <pc:sldMkLst>
          <pc:docMk/>
          <pc:sldMk cId="0" sldId="332"/>
        </pc:sldMkLst>
      </pc:sldChg>
      <pc:sldChg chg="del">
        <pc:chgData name="Novembre Matteo" userId="437dbab0-cd7d-4665-9647-10d1fd490981" providerId="ADAL" clId="{91B3E30A-C5F4-46D0-B01E-FB65EC075246}" dt="2026-02-12T15:19:45.593" v="471" actId="47"/>
        <pc:sldMkLst>
          <pc:docMk/>
          <pc:sldMk cId="0" sldId="333"/>
        </pc:sldMkLst>
      </pc:sldChg>
      <pc:sldChg chg="del">
        <pc:chgData name="Novembre Matteo" userId="437dbab0-cd7d-4665-9647-10d1fd490981" providerId="ADAL" clId="{91B3E30A-C5F4-46D0-B01E-FB65EC075246}" dt="2026-02-12T15:19:46.108" v="472" actId="47"/>
        <pc:sldMkLst>
          <pc:docMk/>
          <pc:sldMk cId="0" sldId="334"/>
        </pc:sldMkLst>
      </pc:sldChg>
      <pc:sldChg chg="addSp delSp modSp del mod modAnim">
        <pc:chgData name="Novembre Matteo" userId="437dbab0-cd7d-4665-9647-10d1fd490981" providerId="ADAL" clId="{91B3E30A-C5F4-46D0-B01E-FB65EC075246}" dt="2026-02-12T15:19:46.655" v="473" actId="47"/>
        <pc:sldMkLst>
          <pc:docMk/>
          <pc:sldMk cId="0" sldId="335"/>
        </pc:sldMkLst>
        <pc:spChg chg="add mod">
          <ac:chgData name="Novembre Matteo" userId="437dbab0-cd7d-4665-9647-10d1fd490981" providerId="ADAL" clId="{91B3E30A-C5F4-46D0-B01E-FB65EC075246}" dt="2026-02-08T11:09:34.234" v="146" actId="1076"/>
          <ac:spMkLst>
            <pc:docMk/>
            <pc:sldMk cId="0" sldId="335"/>
            <ac:spMk id="25" creationId="{B8804096-A3BA-7A5E-66BB-7CBCFC094EA2}"/>
          </ac:spMkLst>
        </pc:spChg>
        <pc:spChg chg="add mod">
          <ac:chgData name="Novembre Matteo" userId="437dbab0-cd7d-4665-9647-10d1fd490981" providerId="ADAL" clId="{91B3E30A-C5F4-46D0-B01E-FB65EC075246}" dt="2026-02-08T11:09:36.692" v="147" actId="20577"/>
          <ac:spMkLst>
            <pc:docMk/>
            <pc:sldMk cId="0" sldId="335"/>
            <ac:spMk id="26" creationId="{31D35C21-2FD5-3441-E433-45730F113C95}"/>
          </ac:spMkLst>
        </pc:spChg>
        <pc:spChg chg="add mod">
          <ac:chgData name="Novembre Matteo" userId="437dbab0-cd7d-4665-9647-10d1fd490981" providerId="ADAL" clId="{91B3E30A-C5F4-46D0-B01E-FB65EC075246}" dt="2026-02-08T11:09:53.920" v="150" actId="1076"/>
          <ac:spMkLst>
            <pc:docMk/>
            <pc:sldMk cId="0" sldId="335"/>
            <ac:spMk id="27" creationId="{B9BFC964-E4A1-F288-2A32-94D9343D9064}"/>
          </ac:spMkLst>
        </pc:spChg>
        <pc:picChg chg="mod">
          <ac:chgData name="Novembre Matteo" userId="437dbab0-cd7d-4665-9647-10d1fd490981" providerId="ADAL" clId="{91B3E30A-C5F4-46D0-B01E-FB65EC075246}" dt="2026-02-08T11:10:08.907" v="153" actId="14100"/>
          <ac:picMkLst>
            <pc:docMk/>
            <pc:sldMk cId="0" sldId="335"/>
            <ac:picMk id="12" creationId="{00000000-0000-0000-0000-000000000000}"/>
          </ac:picMkLst>
        </pc:picChg>
      </pc:sldChg>
      <pc:sldChg chg="del modAnim">
        <pc:chgData name="Novembre Matteo" userId="437dbab0-cd7d-4665-9647-10d1fd490981" providerId="ADAL" clId="{91B3E30A-C5F4-46D0-B01E-FB65EC075246}" dt="2026-02-12T15:19:48.682" v="477" actId="47"/>
        <pc:sldMkLst>
          <pc:docMk/>
          <pc:sldMk cId="0" sldId="336"/>
        </pc:sldMkLst>
      </pc:sldChg>
      <pc:sldChg chg="del">
        <pc:chgData name="Novembre Matteo" userId="437dbab0-cd7d-4665-9647-10d1fd490981" providerId="ADAL" clId="{91B3E30A-C5F4-46D0-B01E-FB65EC075246}" dt="2026-02-12T15:19:49.618" v="478" actId="47"/>
        <pc:sldMkLst>
          <pc:docMk/>
          <pc:sldMk cId="0" sldId="337"/>
        </pc:sldMkLst>
      </pc:sldChg>
      <pc:sldChg chg="modSp add mod">
        <pc:chgData name="Novembre Matteo" userId="437dbab0-cd7d-4665-9647-10d1fd490981" providerId="ADAL" clId="{91B3E30A-C5F4-46D0-B01E-FB65EC075246}" dt="2026-02-12T15:17:47.252" v="413" actId="20577"/>
        <pc:sldMkLst>
          <pc:docMk/>
          <pc:sldMk cId="348954085" sldId="338"/>
        </pc:sldMkLst>
        <pc:graphicFrameChg chg="mod modGraphic">
          <ac:chgData name="Novembre Matteo" userId="437dbab0-cd7d-4665-9647-10d1fd490981" providerId="ADAL" clId="{91B3E30A-C5F4-46D0-B01E-FB65EC075246}" dt="2026-02-12T15:17:47.252" v="413" actId="20577"/>
          <ac:graphicFrameMkLst>
            <pc:docMk/>
            <pc:sldMk cId="348954085" sldId="338"/>
            <ac:graphicFrameMk id="5" creationId="{52A369BA-F177-BE2A-86F7-3CE0AB26EBE9}"/>
          </ac:graphicFrameMkLst>
        </pc:graphicFrameChg>
      </pc:sldChg>
      <pc:sldChg chg="add">
        <pc:chgData name="Novembre Matteo" userId="437dbab0-cd7d-4665-9647-10d1fd490981" providerId="ADAL" clId="{91B3E30A-C5F4-46D0-B01E-FB65EC075246}" dt="2026-02-09T16:35:04.644" v="195"/>
        <pc:sldMkLst>
          <pc:docMk/>
          <pc:sldMk cId="0" sldId="339"/>
        </pc:sldMkLst>
      </pc:sldChg>
      <pc:sldChg chg="add">
        <pc:chgData name="Novembre Matteo" userId="437dbab0-cd7d-4665-9647-10d1fd490981" providerId="ADAL" clId="{91B3E30A-C5F4-46D0-B01E-FB65EC075246}" dt="2026-02-09T16:35:04.644" v="195"/>
        <pc:sldMkLst>
          <pc:docMk/>
          <pc:sldMk cId="0" sldId="340"/>
        </pc:sldMkLst>
      </pc:sldChg>
      <pc:sldChg chg="modSp add mod">
        <pc:chgData name="Novembre Matteo" userId="437dbab0-cd7d-4665-9647-10d1fd490981" providerId="ADAL" clId="{91B3E30A-C5F4-46D0-B01E-FB65EC075246}" dt="2026-02-09T16:35:23.801" v="196" actId="1076"/>
        <pc:sldMkLst>
          <pc:docMk/>
          <pc:sldMk cId="0" sldId="341"/>
        </pc:sldMkLst>
        <pc:spChg chg="mod">
          <ac:chgData name="Novembre Matteo" userId="437dbab0-cd7d-4665-9647-10d1fd490981" providerId="ADAL" clId="{91B3E30A-C5F4-46D0-B01E-FB65EC075246}" dt="2026-02-09T16:35:23.801" v="196" actId="1076"/>
          <ac:spMkLst>
            <pc:docMk/>
            <pc:sldMk cId="0" sldId="341"/>
            <ac:spMk id="50" creationId="{00000000-0000-0000-0000-000000000000}"/>
          </ac:spMkLst>
        </pc:spChg>
      </pc:sldChg>
      <pc:sldChg chg="modSp add mod">
        <pc:chgData name="Novembre Matteo" userId="437dbab0-cd7d-4665-9647-10d1fd490981" providerId="ADAL" clId="{91B3E30A-C5F4-46D0-B01E-FB65EC075246}" dt="2026-02-09T16:35:28.695" v="197" actId="1076"/>
        <pc:sldMkLst>
          <pc:docMk/>
          <pc:sldMk cId="0" sldId="342"/>
        </pc:sldMkLst>
        <pc:picChg chg="mod">
          <ac:chgData name="Novembre Matteo" userId="437dbab0-cd7d-4665-9647-10d1fd490981" providerId="ADAL" clId="{91B3E30A-C5F4-46D0-B01E-FB65EC075246}" dt="2026-02-09T16:35:28.695" v="197" actId="1076"/>
          <ac:picMkLst>
            <pc:docMk/>
            <pc:sldMk cId="0" sldId="342"/>
            <ac:picMk id="40" creationId="{00000000-0000-0000-0000-000000000000}"/>
          </ac:picMkLst>
        </pc:picChg>
      </pc:sldChg>
      <pc:sldChg chg="modSp add mod">
        <pc:chgData name="Novembre Matteo" userId="437dbab0-cd7d-4665-9647-10d1fd490981" providerId="ADAL" clId="{91B3E30A-C5F4-46D0-B01E-FB65EC075246}" dt="2026-02-09T16:56:13.199" v="244" actId="1076"/>
        <pc:sldMkLst>
          <pc:docMk/>
          <pc:sldMk cId="0" sldId="343"/>
        </pc:sldMkLst>
        <pc:picChg chg="mod">
          <ac:chgData name="Novembre Matteo" userId="437dbab0-cd7d-4665-9647-10d1fd490981" providerId="ADAL" clId="{91B3E30A-C5F4-46D0-B01E-FB65EC075246}" dt="2026-02-09T16:56:13.199" v="244" actId="1076"/>
          <ac:picMkLst>
            <pc:docMk/>
            <pc:sldMk cId="0" sldId="343"/>
            <ac:picMk id="40" creationId="{00000000-0000-0000-0000-000000000000}"/>
          </ac:picMkLst>
        </pc:picChg>
      </pc:sldChg>
      <pc:sldChg chg="add">
        <pc:chgData name="Novembre Matteo" userId="437dbab0-cd7d-4665-9647-10d1fd490981" providerId="ADAL" clId="{91B3E30A-C5F4-46D0-B01E-FB65EC075246}" dt="2026-02-09T16:35:04.644" v="195"/>
        <pc:sldMkLst>
          <pc:docMk/>
          <pc:sldMk cId="0" sldId="344"/>
        </pc:sldMkLst>
      </pc:sldChg>
      <pc:sldChg chg="add">
        <pc:chgData name="Novembre Matteo" userId="437dbab0-cd7d-4665-9647-10d1fd490981" providerId="ADAL" clId="{91B3E30A-C5F4-46D0-B01E-FB65EC075246}" dt="2026-02-09T16:35:04.644" v="195"/>
        <pc:sldMkLst>
          <pc:docMk/>
          <pc:sldMk cId="0" sldId="345"/>
        </pc:sldMkLst>
      </pc:sldChg>
      <pc:sldChg chg="delSp add mod">
        <pc:chgData name="Novembre Matteo" userId="437dbab0-cd7d-4665-9647-10d1fd490981" providerId="ADAL" clId="{91B3E30A-C5F4-46D0-B01E-FB65EC075246}" dt="2026-02-09T16:36:54.390" v="204" actId="478"/>
        <pc:sldMkLst>
          <pc:docMk/>
          <pc:sldMk cId="0" sldId="346"/>
        </pc:sldMkLst>
      </pc:sldChg>
      <pc:sldChg chg="add">
        <pc:chgData name="Novembre Matteo" userId="437dbab0-cd7d-4665-9647-10d1fd490981" providerId="ADAL" clId="{91B3E30A-C5F4-46D0-B01E-FB65EC075246}" dt="2026-02-09T16:35:04.644" v="195"/>
        <pc:sldMkLst>
          <pc:docMk/>
          <pc:sldMk cId="0" sldId="347"/>
        </pc:sldMkLst>
      </pc:sldChg>
      <pc:sldChg chg="addSp delSp modSp add mod">
        <pc:chgData name="Novembre Matteo" userId="437dbab0-cd7d-4665-9647-10d1fd490981" providerId="ADAL" clId="{91B3E30A-C5F4-46D0-B01E-FB65EC075246}" dt="2026-02-09T16:38:32.654" v="224" actId="1076"/>
        <pc:sldMkLst>
          <pc:docMk/>
          <pc:sldMk cId="2071099253" sldId="348"/>
        </pc:sldMkLst>
        <pc:spChg chg="mod">
          <ac:chgData name="Novembre Matteo" userId="437dbab0-cd7d-4665-9647-10d1fd490981" providerId="ADAL" clId="{91B3E30A-C5F4-46D0-B01E-FB65EC075246}" dt="2026-02-09T16:36:38.336" v="202" actId="1076"/>
          <ac:spMkLst>
            <pc:docMk/>
            <pc:sldMk cId="2071099253" sldId="348"/>
            <ac:spMk id="72" creationId="{D4063D62-7C12-FA5B-0A5F-01DB415F6494}"/>
          </ac:spMkLst>
        </pc:spChg>
        <pc:spChg chg="mod">
          <ac:chgData name="Novembre Matteo" userId="437dbab0-cd7d-4665-9647-10d1fd490981" providerId="ADAL" clId="{91B3E30A-C5F4-46D0-B01E-FB65EC075246}" dt="2026-02-09T16:36:38.336" v="202" actId="1076"/>
          <ac:spMkLst>
            <pc:docMk/>
            <pc:sldMk cId="2071099253" sldId="348"/>
            <ac:spMk id="74" creationId="{1BEAC4FC-4E59-8BD5-8E3D-E8C379C8CF0F}"/>
          </ac:spMkLst>
        </pc:spChg>
        <pc:spChg chg="mod">
          <ac:chgData name="Novembre Matteo" userId="437dbab0-cd7d-4665-9647-10d1fd490981" providerId="ADAL" clId="{91B3E30A-C5F4-46D0-B01E-FB65EC075246}" dt="2026-02-09T16:36:38.336" v="202" actId="1076"/>
          <ac:spMkLst>
            <pc:docMk/>
            <pc:sldMk cId="2071099253" sldId="348"/>
            <ac:spMk id="76" creationId="{32BA54DB-B4C6-5238-E962-03472BD328DC}"/>
          </ac:spMkLst>
        </pc:spChg>
        <pc:spChg chg="mod ord">
          <ac:chgData name="Novembre Matteo" userId="437dbab0-cd7d-4665-9647-10d1fd490981" providerId="ADAL" clId="{91B3E30A-C5F4-46D0-B01E-FB65EC075246}" dt="2026-02-09T16:38:20.384" v="221" actId="166"/>
          <ac:spMkLst>
            <pc:docMk/>
            <pc:sldMk cId="2071099253" sldId="348"/>
            <ac:spMk id="80" creationId="{9DEDE8F2-6EE3-994C-1485-3DFFDD21DE0E}"/>
          </ac:spMkLst>
        </pc:spChg>
        <pc:spChg chg="mod ord">
          <ac:chgData name="Novembre Matteo" userId="437dbab0-cd7d-4665-9647-10d1fd490981" providerId="ADAL" clId="{91B3E30A-C5F4-46D0-B01E-FB65EC075246}" dt="2026-02-09T16:38:20.384" v="221" actId="166"/>
          <ac:spMkLst>
            <pc:docMk/>
            <pc:sldMk cId="2071099253" sldId="348"/>
            <ac:spMk id="81" creationId="{D989470B-5114-9F8F-7479-9279C649379D}"/>
          </ac:spMkLst>
        </pc:spChg>
        <pc:spChg chg="mod">
          <ac:chgData name="Novembre Matteo" userId="437dbab0-cd7d-4665-9647-10d1fd490981" providerId="ADAL" clId="{91B3E30A-C5F4-46D0-B01E-FB65EC075246}" dt="2026-02-09T16:36:38.336" v="202" actId="1076"/>
          <ac:spMkLst>
            <pc:docMk/>
            <pc:sldMk cId="2071099253" sldId="348"/>
            <ac:spMk id="82" creationId="{4D6D8672-ED4C-D578-B400-5CD57B471332}"/>
          </ac:spMkLst>
        </pc:spChg>
        <pc:spChg chg="mod">
          <ac:chgData name="Novembre Matteo" userId="437dbab0-cd7d-4665-9647-10d1fd490981" providerId="ADAL" clId="{91B3E30A-C5F4-46D0-B01E-FB65EC075246}" dt="2026-02-09T16:36:38.336" v="202" actId="1076"/>
          <ac:spMkLst>
            <pc:docMk/>
            <pc:sldMk cId="2071099253" sldId="348"/>
            <ac:spMk id="84" creationId="{204149DB-93E9-7A10-B0B4-9E51B12BF72A}"/>
          </ac:spMkLst>
        </pc:spChg>
        <pc:spChg chg="mod">
          <ac:chgData name="Novembre Matteo" userId="437dbab0-cd7d-4665-9647-10d1fd490981" providerId="ADAL" clId="{91B3E30A-C5F4-46D0-B01E-FB65EC075246}" dt="2026-02-09T16:38:32.654" v="224" actId="1076"/>
          <ac:spMkLst>
            <pc:docMk/>
            <pc:sldMk cId="2071099253" sldId="348"/>
            <ac:spMk id="89" creationId="{6C81EAF1-6969-2B71-8379-729A0EB26293}"/>
          </ac:spMkLst>
        </pc:spChg>
        <pc:spChg chg="mod">
          <ac:chgData name="Novembre Matteo" userId="437dbab0-cd7d-4665-9647-10d1fd490981" providerId="ADAL" clId="{91B3E30A-C5F4-46D0-B01E-FB65EC075246}" dt="2026-02-09T16:36:38.336" v="202" actId="1076"/>
          <ac:spMkLst>
            <pc:docMk/>
            <pc:sldMk cId="2071099253" sldId="348"/>
            <ac:spMk id="90" creationId="{6F046D5A-AC4E-9BB1-03D9-233F7186A876}"/>
          </ac:spMkLst>
        </pc:spChg>
        <pc:spChg chg="mod">
          <ac:chgData name="Novembre Matteo" userId="437dbab0-cd7d-4665-9647-10d1fd490981" providerId="ADAL" clId="{91B3E30A-C5F4-46D0-B01E-FB65EC075246}" dt="2026-02-09T16:36:38.336" v="202" actId="1076"/>
          <ac:spMkLst>
            <pc:docMk/>
            <pc:sldMk cId="2071099253" sldId="348"/>
            <ac:spMk id="92" creationId="{A3BB9289-DCA0-C222-4296-6F3B259A408B}"/>
          </ac:spMkLst>
        </pc:spChg>
        <pc:picChg chg="mod ord">
          <ac:chgData name="Novembre Matteo" userId="437dbab0-cd7d-4665-9647-10d1fd490981" providerId="ADAL" clId="{91B3E30A-C5F4-46D0-B01E-FB65EC075246}" dt="2026-02-09T16:37:29.424" v="211" actId="167"/>
          <ac:picMkLst>
            <pc:docMk/>
            <pc:sldMk cId="2071099253" sldId="348"/>
            <ac:picMk id="78" creationId="{E874ACFD-F754-9FCE-6F5F-9FCF5D71F16A}"/>
          </ac:picMkLst>
        </pc:picChg>
        <pc:picChg chg="ord">
          <ac:chgData name="Novembre Matteo" userId="437dbab0-cd7d-4665-9647-10d1fd490981" providerId="ADAL" clId="{91B3E30A-C5F4-46D0-B01E-FB65EC075246}" dt="2026-02-09T16:38:20.384" v="221" actId="166"/>
          <ac:picMkLst>
            <pc:docMk/>
            <pc:sldMk cId="2071099253" sldId="348"/>
            <ac:picMk id="79" creationId="{B8FDE13E-2364-7139-3392-75102BBF2854}"/>
          </ac:picMkLst>
        </pc:picChg>
        <pc:picChg chg="add mod">
          <ac:chgData name="Novembre Matteo" userId="437dbab0-cd7d-4665-9647-10d1fd490981" providerId="ADAL" clId="{91B3E30A-C5F4-46D0-B01E-FB65EC075246}" dt="2026-02-09T16:37:58.063" v="220" actId="1076"/>
          <ac:picMkLst>
            <pc:docMk/>
            <pc:sldMk cId="2071099253" sldId="348"/>
            <ac:picMk id="102" creationId="{AF726526-24E3-CE75-A6C3-B9B8450BCA41}"/>
          </ac:picMkLst>
        </pc:picChg>
        <pc:picChg chg="add mod">
          <ac:chgData name="Novembre Matteo" userId="437dbab0-cd7d-4665-9647-10d1fd490981" providerId="ADAL" clId="{91B3E30A-C5F4-46D0-B01E-FB65EC075246}" dt="2026-02-09T16:37:48.183" v="218" actId="1076"/>
          <ac:picMkLst>
            <pc:docMk/>
            <pc:sldMk cId="2071099253" sldId="348"/>
            <ac:picMk id="103" creationId="{18425E8E-A439-1477-CD2B-A90FA83BDB2E}"/>
          </ac:picMkLst>
        </pc:picChg>
      </pc:sldChg>
      <pc:sldChg chg="modSp add mod">
        <pc:chgData name="Novembre Matteo" userId="437dbab0-cd7d-4665-9647-10d1fd490981" providerId="ADAL" clId="{91B3E30A-C5F4-46D0-B01E-FB65EC075246}" dt="2026-02-09T16:52:12.288" v="232" actId="1076"/>
        <pc:sldMkLst>
          <pc:docMk/>
          <pc:sldMk cId="0" sldId="349"/>
        </pc:sldMkLst>
        <pc:spChg chg="mod">
          <ac:chgData name="Novembre Matteo" userId="437dbab0-cd7d-4665-9647-10d1fd490981" providerId="ADAL" clId="{91B3E30A-C5F4-46D0-B01E-FB65EC075246}" dt="2026-02-09T16:52:12.288" v="232" actId="1076"/>
          <ac:spMkLst>
            <pc:docMk/>
            <pc:sldMk cId="0" sldId="349"/>
            <ac:spMk id="28" creationId="{00000000-0000-0000-0000-000000000000}"/>
          </ac:spMkLst>
        </pc:spChg>
      </pc:sldChg>
      <pc:sldChg chg="modSp add mod">
        <pc:chgData name="Novembre Matteo" userId="437dbab0-cd7d-4665-9647-10d1fd490981" providerId="ADAL" clId="{91B3E30A-C5F4-46D0-B01E-FB65EC075246}" dt="2026-02-09T16:52:20.334" v="234" actId="1076"/>
        <pc:sldMkLst>
          <pc:docMk/>
          <pc:sldMk cId="0" sldId="350"/>
        </pc:sldMkLst>
        <pc:spChg chg="mod">
          <ac:chgData name="Novembre Matteo" userId="437dbab0-cd7d-4665-9647-10d1fd490981" providerId="ADAL" clId="{91B3E30A-C5F4-46D0-B01E-FB65EC075246}" dt="2026-02-09T16:52:20.334" v="234" actId="1076"/>
          <ac:spMkLst>
            <pc:docMk/>
            <pc:sldMk cId="0" sldId="350"/>
            <ac:spMk id="28" creationId="{00000000-0000-0000-0000-000000000000}"/>
          </ac:spMkLst>
        </pc:spChg>
      </pc:sldChg>
      <pc:sldChg chg="delSp add mod ord">
        <pc:chgData name="Novembre Matteo" userId="437dbab0-cd7d-4665-9647-10d1fd490981" providerId="ADAL" clId="{91B3E30A-C5F4-46D0-B01E-FB65EC075246}" dt="2026-02-09T16:53:56.533" v="241" actId="478"/>
        <pc:sldMkLst>
          <pc:docMk/>
          <pc:sldMk cId="0" sldId="351"/>
        </pc:sldMkLst>
      </pc:sldChg>
      <pc:sldChg chg="addSp delSp modSp add mod">
        <pc:chgData name="Novembre Matteo" userId="437dbab0-cd7d-4665-9647-10d1fd490981" providerId="ADAL" clId="{91B3E30A-C5F4-46D0-B01E-FB65EC075246}" dt="2026-02-10T09:50:54.845" v="263" actId="1076"/>
        <pc:sldMkLst>
          <pc:docMk/>
          <pc:sldMk cId="98375065" sldId="352"/>
        </pc:sldMkLst>
        <pc:spChg chg="mod">
          <ac:chgData name="Novembre Matteo" userId="437dbab0-cd7d-4665-9647-10d1fd490981" providerId="ADAL" clId="{91B3E30A-C5F4-46D0-B01E-FB65EC075246}" dt="2026-02-10T09:50:38.854" v="255" actId="1076"/>
          <ac:spMkLst>
            <pc:docMk/>
            <pc:sldMk cId="98375065" sldId="352"/>
            <ac:spMk id="4" creationId="{3A90CEBE-B4C6-EACB-A0D4-767666012A23}"/>
          </ac:spMkLst>
        </pc:spChg>
        <pc:picChg chg="add mod">
          <ac:chgData name="Novembre Matteo" userId="437dbab0-cd7d-4665-9647-10d1fd490981" providerId="ADAL" clId="{91B3E30A-C5F4-46D0-B01E-FB65EC075246}" dt="2026-02-10T09:50:54.845" v="263" actId="1076"/>
          <ac:picMkLst>
            <pc:docMk/>
            <pc:sldMk cId="98375065" sldId="352"/>
            <ac:picMk id="6" creationId="{AC54DE4D-FBAB-2D19-C9A9-88131B5262B3}"/>
          </ac:picMkLst>
        </pc:picChg>
      </pc:sldChg>
      <pc:sldChg chg="addSp delSp modSp add mod">
        <pc:chgData name="Novembre Matteo" userId="437dbab0-cd7d-4665-9647-10d1fd490981" providerId="ADAL" clId="{91B3E30A-C5F4-46D0-B01E-FB65EC075246}" dt="2026-02-10T11:09:17.074" v="275" actId="1076"/>
        <pc:sldMkLst>
          <pc:docMk/>
          <pc:sldMk cId="3171372946" sldId="353"/>
        </pc:sldMkLst>
        <pc:picChg chg="add mod modCrop">
          <ac:chgData name="Novembre Matteo" userId="437dbab0-cd7d-4665-9647-10d1fd490981" providerId="ADAL" clId="{91B3E30A-C5F4-46D0-B01E-FB65EC075246}" dt="2026-02-10T11:09:17.074" v="275" actId="1076"/>
          <ac:picMkLst>
            <pc:docMk/>
            <pc:sldMk cId="3171372946" sldId="353"/>
            <ac:picMk id="49" creationId="{85A2A84A-B566-3251-36F1-63FEFB80F789}"/>
          </ac:picMkLst>
        </pc:picChg>
      </pc:sldChg>
    </pc:docChg>
  </pc:docChgLst>
  <pc:docChgLst>
    <pc:chgData name="Novembre Matteo" userId="437dbab0-cd7d-4665-9647-10d1fd490981" providerId="ADAL" clId="{71D4A954-A407-45A0-88CF-ADD9232790EB}"/>
    <pc:docChg chg="undo custSel addSld delSld modSld">
      <pc:chgData name="Novembre Matteo" userId="437dbab0-cd7d-4665-9647-10d1fd490981" providerId="ADAL" clId="{71D4A954-A407-45A0-88CF-ADD9232790EB}" dt="2026-02-02T12:06:57.927" v="297" actId="688"/>
      <pc:docMkLst>
        <pc:docMk/>
      </pc:docMkLst>
      <pc:sldChg chg="delSp mod">
        <pc:chgData name="Novembre Matteo" userId="437dbab0-cd7d-4665-9647-10d1fd490981" providerId="ADAL" clId="{71D4A954-A407-45A0-88CF-ADD9232790EB}" dt="2026-02-02T10:17:08.720" v="0" actId="478"/>
        <pc:sldMkLst>
          <pc:docMk/>
          <pc:sldMk cId="0" sldId="256"/>
        </pc:sldMkLst>
      </pc:sldChg>
      <pc:sldChg chg="addSp delSp modSp mod">
        <pc:chgData name="Novembre Matteo" userId="437dbab0-cd7d-4665-9647-10d1fd490981" providerId="ADAL" clId="{71D4A954-A407-45A0-88CF-ADD9232790EB}" dt="2026-02-02T10:19:53.287" v="4" actId="1076"/>
        <pc:sldMkLst>
          <pc:docMk/>
          <pc:sldMk cId="0" sldId="257"/>
        </pc:sldMkLst>
        <pc:picChg chg="add mod">
          <ac:chgData name="Novembre Matteo" userId="437dbab0-cd7d-4665-9647-10d1fd490981" providerId="ADAL" clId="{71D4A954-A407-45A0-88CF-ADD9232790EB}" dt="2026-02-02T10:19:53.287" v="4" actId="1076"/>
          <ac:picMkLst>
            <pc:docMk/>
            <pc:sldMk cId="0" sldId="257"/>
            <ac:picMk id="65" creationId="{99627ED9-E0DC-3473-4649-A10F2249F178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20:30.303" v="9" actId="1076"/>
        <pc:sldMkLst>
          <pc:docMk/>
          <pc:sldMk cId="0" sldId="260"/>
        </pc:sldMkLst>
        <pc:picChg chg="add mod">
          <ac:chgData name="Novembre Matteo" userId="437dbab0-cd7d-4665-9647-10d1fd490981" providerId="ADAL" clId="{71D4A954-A407-45A0-88CF-ADD9232790EB}" dt="2026-02-02T10:20:30.303" v="9" actId="1076"/>
          <ac:picMkLst>
            <pc:docMk/>
            <pc:sldMk cId="0" sldId="260"/>
            <ac:picMk id="61" creationId="{9727D27D-7686-D92C-B123-69FEC86BD868}"/>
          </ac:picMkLst>
        </pc:picChg>
      </pc:sldChg>
      <pc:sldChg chg="modSp mod">
        <pc:chgData name="Novembre Matteo" userId="437dbab0-cd7d-4665-9647-10d1fd490981" providerId="ADAL" clId="{71D4A954-A407-45A0-88CF-ADD9232790EB}" dt="2026-02-02T11:56:28.183" v="202" actId="1076"/>
        <pc:sldMkLst>
          <pc:docMk/>
          <pc:sldMk cId="0" sldId="262"/>
        </pc:sldMkLst>
        <pc:spChg chg="mod ord">
          <ac:chgData name="Novembre Matteo" userId="437dbab0-cd7d-4665-9647-10d1fd490981" providerId="ADAL" clId="{71D4A954-A407-45A0-88CF-ADD9232790EB}" dt="2026-02-02T11:56:28.183" v="202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0:21:09.991" v="15" actId="1076"/>
        <pc:sldMkLst>
          <pc:docMk/>
          <pc:sldMk cId="0" sldId="263"/>
        </pc:sldMkLst>
        <pc:picChg chg="add mod">
          <ac:chgData name="Novembre Matteo" userId="437dbab0-cd7d-4665-9647-10d1fd490981" providerId="ADAL" clId="{71D4A954-A407-45A0-88CF-ADD9232790EB}" dt="2026-02-02T10:21:09.991" v="15" actId="1076"/>
          <ac:picMkLst>
            <pc:docMk/>
            <pc:sldMk cId="0" sldId="263"/>
            <ac:picMk id="69" creationId="{43F320E1-5AF8-B7B5-49D1-8558E486AD65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21:59.762" v="21" actId="14100"/>
        <pc:sldMkLst>
          <pc:docMk/>
          <pc:sldMk cId="0" sldId="264"/>
        </pc:sldMkLst>
        <pc:picChg chg="add mod">
          <ac:chgData name="Novembre Matteo" userId="437dbab0-cd7d-4665-9647-10d1fd490981" providerId="ADAL" clId="{71D4A954-A407-45A0-88CF-ADD9232790EB}" dt="2026-02-02T10:21:59.762" v="21" actId="14100"/>
          <ac:picMkLst>
            <pc:docMk/>
            <pc:sldMk cId="0" sldId="264"/>
            <ac:picMk id="80" creationId="{4442465A-1A7E-39EC-DDE2-417817870CD4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22:38.463" v="28" actId="1076"/>
        <pc:sldMkLst>
          <pc:docMk/>
          <pc:sldMk cId="0" sldId="266"/>
        </pc:sldMkLst>
        <pc:picChg chg="add mod">
          <ac:chgData name="Novembre Matteo" userId="437dbab0-cd7d-4665-9647-10d1fd490981" providerId="ADAL" clId="{71D4A954-A407-45A0-88CF-ADD9232790EB}" dt="2026-02-02T10:22:38.463" v="28" actId="1076"/>
          <ac:picMkLst>
            <pc:docMk/>
            <pc:sldMk cId="0" sldId="266"/>
            <ac:picMk id="69" creationId="{78DEEEC0-7C83-672C-F0BF-9DF71AFC5C83}"/>
          </ac:picMkLst>
        </pc:picChg>
      </pc:sldChg>
      <pc:sldChg chg="addSp delSp modSp mod modAnim">
        <pc:chgData name="Novembre Matteo" userId="437dbab0-cd7d-4665-9647-10d1fd490981" providerId="ADAL" clId="{71D4A954-A407-45A0-88CF-ADD9232790EB}" dt="2026-02-02T10:24:05.079" v="43" actId="14100"/>
        <pc:sldMkLst>
          <pc:docMk/>
          <pc:sldMk cId="0" sldId="268"/>
        </pc:sldMkLst>
        <pc:spChg chg="add mod">
          <ac:chgData name="Novembre Matteo" userId="437dbab0-cd7d-4665-9647-10d1fd490981" providerId="ADAL" clId="{71D4A954-A407-45A0-88CF-ADD9232790EB}" dt="2026-02-02T10:23:33.383" v="36" actId="1076"/>
          <ac:spMkLst>
            <pc:docMk/>
            <pc:sldMk cId="0" sldId="268"/>
            <ac:spMk id="25" creationId="{86924054-8AB8-764C-3748-5EE6286545E8}"/>
          </ac:spMkLst>
        </pc:spChg>
        <pc:spChg chg="add mod">
          <ac:chgData name="Novembre Matteo" userId="437dbab0-cd7d-4665-9647-10d1fd490981" providerId="ADAL" clId="{71D4A954-A407-45A0-88CF-ADD9232790EB}" dt="2026-02-02T10:23:33.383" v="36" actId="1076"/>
          <ac:spMkLst>
            <pc:docMk/>
            <pc:sldMk cId="0" sldId="268"/>
            <ac:spMk id="26" creationId="{934CBF75-A666-1B57-9880-1D934787D808}"/>
          </ac:spMkLst>
        </pc:spChg>
        <pc:spChg chg="add mod">
          <ac:chgData name="Novembre Matteo" userId="437dbab0-cd7d-4665-9647-10d1fd490981" providerId="ADAL" clId="{71D4A954-A407-45A0-88CF-ADD9232790EB}" dt="2026-02-02T10:23:51.992" v="38" actId="1076"/>
          <ac:spMkLst>
            <pc:docMk/>
            <pc:sldMk cId="0" sldId="268"/>
            <ac:spMk id="27" creationId="{524AFF00-8F2B-9D5F-D11E-C2DBC0DAFFDC}"/>
          </ac:spMkLst>
        </pc:spChg>
        <pc:picChg chg="mod">
          <ac:chgData name="Novembre Matteo" userId="437dbab0-cd7d-4665-9647-10d1fd490981" providerId="ADAL" clId="{71D4A954-A407-45A0-88CF-ADD9232790EB}" dt="2026-02-02T10:24:05.079" v="43" actId="14100"/>
          <ac:picMkLst>
            <pc:docMk/>
            <pc:sldMk cId="0" sldId="268"/>
            <ac:picMk id="20" creationId="{00000000-0000-0000-0000-000000000000}"/>
          </ac:picMkLst>
        </pc:picChg>
      </pc:sldChg>
      <pc:sldChg chg="modSp mod">
        <pc:chgData name="Novembre Matteo" userId="437dbab0-cd7d-4665-9647-10d1fd490981" providerId="ADAL" clId="{71D4A954-A407-45A0-88CF-ADD9232790EB}" dt="2026-02-02T10:25:22.072" v="49" actId="1076"/>
        <pc:sldMkLst>
          <pc:docMk/>
          <pc:sldMk cId="0" sldId="270"/>
        </pc:sldMkLst>
        <pc:spChg chg="mod">
          <ac:chgData name="Novembre Matteo" userId="437dbab0-cd7d-4665-9647-10d1fd490981" providerId="ADAL" clId="{71D4A954-A407-45A0-88CF-ADD9232790EB}" dt="2026-02-02T10:25:22.072" v="49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25:02.319" v="46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25:02.319" v="46" actId="1076"/>
          <ac:spMkLst>
            <pc:docMk/>
            <pc:sldMk cId="0" sldId="270"/>
            <ac:spMk id="2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25:02.319" v="46" actId="1076"/>
          <ac:spMkLst>
            <pc:docMk/>
            <pc:sldMk cId="0" sldId="270"/>
            <ac:spMk id="2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25:09.264" v="47" actId="107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25:09.264" v="47" actId="1076"/>
          <ac:spMkLst>
            <pc:docMk/>
            <pc:sldMk cId="0" sldId="270"/>
            <ac:spMk id="3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25:09.264" v="47" actId="1076"/>
          <ac:spMkLst>
            <pc:docMk/>
            <pc:sldMk cId="0" sldId="270"/>
            <ac:spMk id="3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25:15.600" v="48" actId="1076"/>
          <ac:spMkLst>
            <pc:docMk/>
            <pc:sldMk cId="0" sldId="270"/>
            <ac:spMk id="3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25:15.600" v="48" actId="1076"/>
          <ac:spMkLst>
            <pc:docMk/>
            <pc:sldMk cId="0" sldId="270"/>
            <ac:spMk id="4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25:15.600" v="48" actId="1076"/>
          <ac:spMkLst>
            <pc:docMk/>
            <pc:sldMk cId="0" sldId="270"/>
            <ac:spMk id="42" creationId="{00000000-0000-0000-0000-000000000000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0:25:49.648" v="53" actId="14100"/>
        <pc:sldMkLst>
          <pc:docMk/>
          <pc:sldMk cId="0" sldId="271"/>
        </pc:sldMkLst>
        <pc:picChg chg="add mod">
          <ac:chgData name="Novembre Matteo" userId="437dbab0-cd7d-4665-9647-10d1fd490981" providerId="ADAL" clId="{71D4A954-A407-45A0-88CF-ADD9232790EB}" dt="2026-02-02T10:25:49.648" v="53" actId="14100"/>
          <ac:picMkLst>
            <pc:docMk/>
            <pc:sldMk cId="0" sldId="271"/>
            <ac:picMk id="75" creationId="{17E4ADCD-4B71-64B7-C9EB-796CF0C6F841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1:58:00.360" v="213" actId="1076"/>
        <pc:sldMkLst>
          <pc:docMk/>
          <pc:sldMk cId="0" sldId="272"/>
        </pc:sldMkLst>
        <pc:spChg chg="add mod">
          <ac:chgData name="Novembre Matteo" userId="437dbab0-cd7d-4665-9647-10d1fd490981" providerId="ADAL" clId="{71D4A954-A407-45A0-88CF-ADD9232790EB}" dt="2026-02-02T11:58:00.360" v="213" actId="1076"/>
          <ac:spMkLst>
            <pc:docMk/>
            <pc:sldMk cId="0" sldId="272"/>
            <ac:spMk id="6" creationId="{637D3ED3-FECB-FC1F-8D98-3C9E4FF01FE5}"/>
          </ac:spMkLst>
        </pc:spChg>
        <pc:spChg chg="add mod">
          <ac:chgData name="Novembre Matteo" userId="437dbab0-cd7d-4665-9647-10d1fd490981" providerId="ADAL" clId="{71D4A954-A407-45A0-88CF-ADD9232790EB}" dt="2026-02-02T11:57:55.752" v="212" actId="1076"/>
          <ac:spMkLst>
            <pc:docMk/>
            <pc:sldMk cId="0" sldId="272"/>
            <ac:spMk id="7" creationId="{0ED34C28-3149-C3F4-4536-535E32BC3EDD}"/>
          </ac:spMkLst>
        </pc:spChg>
        <pc:picChg chg="add mod">
          <ac:chgData name="Novembre Matteo" userId="437dbab0-cd7d-4665-9647-10d1fd490981" providerId="ADAL" clId="{71D4A954-A407-45A0-88CF-ADD9232790EB}" dt="2026-02-02T10:26:10.335" v="57" actId="14100"/>
          <ac:picMkLst>
            <pc:docMk/>
            <pc:sldMk cId="0" sldId="272"/>
            <ac:picMk id="166" creationId="{3E101E16-3A26-E6B4-3F9B-37B3D1AB8428}"/>
          </ac:picMkLst>
        </pc:picChg>
      </pc:sldChg>
      <pc:sldChg chg="addSp delSp modSp mod modAnim">
        <pc:chgData name="Novembre Matteo" userId="437dbab0-cd7d-4665-9647-10d1fd490981" providerId="ADAL" clId="{71D4A954-A407-45A0-88CF-ADD9232790EB}" dt="2026-02-02T10:31:05.929" v="72"/>
        <pc:sldMkLst>
          <pc:docMk/>
          <pc:sldMk cId="0" sldId="273"/>
        </pc:sldMkLst>
        <pc:spChg chg="add mod">
          <ac:chgData name="Novembre Matteo" userId="437dbab0-cd7d-4665-9647-10d1fd490981" providerId="ADAL" clId="{71D4A954-A407-45A0-88CF-ADD9232790EB}" dt="2026-02-02T10:30:41.336" v="64" actId="1076"/>
          <ac:spMkLst>
            <pc:docMk/>
            <pc:sldMk cId="0" sldId="273"/>
            <ac:spMk id="26" creationId="{198C4729-6E8B-75D3-A156-B66DD1F3287B}"/>
          </ac:spMkLst>
        </pc:spChg>
        <pc:spChg chg="add mod">
          <ac:chgData name="Novembre Matteo" userId="437dbab0-cd7d-4665-9647-10d1fd490981" providerId="ADAL" clId="{71D4A954-A407-45A0-88CF-ADD9232790EB}" dt="2026-02-02T10:30:41.336" v="64" actId="1076"/>
          <ac:spMkLst>
            <pc:docMk/>
            <pc:sldMk cId="0" sldId="273"/>
            <ac:spMk id="27" creationId="{D8E58004-46FD-3995-81B2-95955B40E2E5}"/>
          </ac:spMkLst>
        </pc:spChg>
        <pc:spChg chg="add mod">
          <ac:chgData name="Novembre Matteo" userId="437dbab0-cd7d-4665-9647-10d1fd490981" providerId="ADAL" clId="{71D4A954-A407-45A0-88CF-ADD9232790EB}" dt="2026-02-02T10:30:47.887" v="66" actId="1076"/>
          <ac:spMkLst>
            <pc:docMk/>
            <pc:sldMk cId="0" sldId="273"/>
            <ac:spMk id="28" creationId="{90815FBE-223E-243A-7AB8-731106203BF7}"/>
          </ac:spMkLst>
        </pc:spChg>
        <pc:picChg chg="mod">
          <ac:chgData name="Novembre Matteo" userId="437dbab0-cd7d-4665-9647-10d1fd490981" providerId="ADAL" clId="{71D4A954-A407-45A0-88CF-ADD9232790EB}" dt="2026-02-02T10:31:02.607" v="71" actId="14100"/>
          <ac:picMkLst>
            <pc:docMk/>
            <pc:sldMk cId="0" sldId="273"/>
            <ac:picMk id="13" creationId="{00000000-0000-0000-0000-000000000000}"/>
          </ac:picMkLst>
        </pc:picChg>
      </pc:sldChg>
      <pc:sldChg chg="delSp mod">
        <pc:chgData name="Novembre Matteo" userId="437dbab0-cd7d-4665-9647-10d1fd490981" providerId="ADAL" clId="{71D4A954-A407-45A0-88CF-ADD9232790EB}" dt="2026-02-02T10:32:06.045" v="79" actId="478"/>
        <pc:sldMkLst>
          <pc:docMk/>
          <pc:sldMk cId="0" sldId="282"/>
        </pc:sldMkLst>
      </pc:sldChg>
      <pc:sldChg chg="modSp mod">
        <pc:chgData name="Novembre Matteo" userId="437dbab0-cd7d-4665-9647-10d1fd490981" providerId="ADAL" clId="{71D4A954-A407-45A0-88CF-ADD9232790EB}" dt="2026-02-02T10:47:35.449" v="176" actId="1076"/>
        <pc:sldMkLst>
          <pc:docMk/>
          <pc:sldMk cId="0" sldId="287"/>
        </pc:sldMkLst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11.447" v="171" actId="1076"/>
          <ac:spMkLst>
            <pc:docMk/>
            <pc:sldMk cId="0" sldId="287"/>
            <ac:spMk id="2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3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3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4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5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5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5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6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6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6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70" creationId="{00000000-0000-0000-0000-000000000000}"/>
          </ac:spMkLst>
        </pc:spChg>
        <pc:picChg chg="mod">
          <ac:chgData name="Novembre Matteo" userId="437dbab0-cd7d-4665-9647-10d1fd490981" providerId="ADAL" clId="{71D4A954-A407-45A0-88CF-ADD9232790EB}" dt="2026-02-02T10:47:25.629" v="174" actId="1076"/>
          <ac:picMkLst>
            <pc:docMk/>
            <pc:sldMk cId="0" sldId="287"/>
            <ac:picMk id="12" creationId="{00000000-0000-0000-0000-000000000000}"/>
          </ac:picMkLst>
        </pc:picChg>
        <pc:picChg chg="mod">
          <ac:chgData name="Novembre Matteo" userId="437dbab0-cd7d-4665-9647-10d1fd490981" providerId="ADAL" clId="{71D4A954-A407-45A0-88CF-ADD9232790EB}" dt="2026-02-02T10:47:30.032" v="175" actId="1076"/>
          <ac:picMkLst>
            <pc:docMk/>
            <pc:sldMk cId="0" sldId="287"/>
            <ac:picMk id="17" creationId="{00000000-0000-0000-0000-000000000000}"/>
          </ac:picMkLst>
        </pc:picChg>
        <pc:picChg chg="mod">
          <ac:chgData name="Novembre Matteo" userId="437dbab0-cd7d-4665-9647-10d1fd490981" providerId="ADAL" clId="{71D4A954-A407-45A0-88CF-ADD9232790EB}" dt="2026-02-02T10:47:35.449" v="176" actId="1076"/>
          <ac:picMkLst>
            <pc:docMk/>
            <pc:sldMk cId="0" sldId="287"/>
            <ac:picMk id="22" creationId="{00000000-0000-0000-0000-000000000000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4:02.688" v="91" actId="14100"/>
        <pc:sldMkLst>
          <pc:docMk/>
          <pc:sldMk cId="0" sldId="290"/>
        </pc:sldMkLst>
        <pc:picChg chg="add mod">
          <ac:chgData name="Novembre Matteo" userId="437dbab0-cd7d-4665-9647-10d1fd490981" providerId="ADAL" clId="{71D4A954-A407-45A0-88CF-ADD9232790EB}" dt="2026-02-02T10:34:02.688" v="91" actId="14100"/>
          <ac:picMkLst>
            <pc:docMk/>
            <pc:sldMk cId="0" sldId="290"/>
            <ac:picMk id="79" creationId="{AE487DA2-D1E7-C935-697F-1B5D26E01B36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4:32.927" v="97" actId="1076"/>
        <pc:sldMkLst>
          <pc:docMk/>
          <pc:sldMk cId="0" sldId="292"/>
        </pc:sldMkLst>
        <pc:picChg chg="add mod">
          <ac:chgData name="Novembre Matteo" userId="437dbab0-cd7d-4665-9647-10d1fd490981" providerId="ADAL" clId="{71D4A954-A407-45A0-88CF-ADD9232790EB}" dt="2026-02-02T10:34:32.927" v="97" actId="1076"/>
          <ac:picMkLst>
            <pc:docMk/>
            <pc:sldMk cId="0" sldId="292"/>
            <ac:picMk id="81" creationId="{3B7EAA6D-53B3-A159-86C2-ADB024ED10AA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5:15.143" v="102" actId="1076"/>
        <pc:sldMkLst>
          <pc:docMk/>
          <pc:sldMk cId="0" sldId="295"/>
        </pc:sldMkLst>
        <pc:picChg chg="add mod">
          <ac:chgData name="Novembre Matteo" userId="437dbab0-cd7d-4665-9647-10d1fd490981" providerId="ADAL" clId="{71D4A954-A407-45A0-88CF-ADD9232790EB}" dt="2026-02-02T10:35:15.143" v="102" actId="1076"/>
          <ac:picMkLst>
            <pc:docMk/>
            <pc:sldMk cId="0" sldId="295"/>
            <ac:picMk id="72" creationId="{578D4B78-0C7E-5BA1-8D92-3ECA39D63DEE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5:50.839" v="108" actId="1076"/>
        <pc:sldMkLst>
          <pc:docMk/>
          <pc:sldMk cId="0" sldId="298"/>
        </pc:sldMkLst>
        <pc:picChg chg="add mod">
          <ac:chgData name="Novembre Matteo" userId="437dbab0-cd7d-4665-9647-10d1fd490981" providerId="ADAL" clId="{71D4A954-A407-45A0-88CF-ADD9232790EB}" dt="2026-02-02T10:35:50.839" v="108" actId="1076"/>
          <ac:picMkLst>
            <pc:docMk/>
            <pc:sldMk cId="0" sldId="298"/>
            <ac:picMk id="72" creationId="{0629DF6E-B3A7-F424-3C01-85584BADD05D}"/>
          </ac:picMkLst>
        </pc:picChg>
      </pc:sldChg>
      <pc:sldChg chg="addSp delSp modSp mod modAnim">
        <pc:chgData name="Novembre Matteo" userId="437dbab0-cd7d-4665-9647-10d1fd490981" providerId="ADAL" clId="{71D4A954-A407-45A0-88CF-ADD9232790EB}" dt="2026-02-02T10:42:28.304" v="146" actId="1076"/>
        <pc:sldMkLst>
          <pc:docMk/>
          <pc:sldMk cId="0" sldId="300"/>
        </pc:sldMkLst>
        <pc:spChg chg="mod">
          <ac:chgData name="Novembre Matteo" userId="437dbab0-cd7d-4665-9647-10d1fd490981" providerId="ADAL" clId="{71D4A954-A407-45A0-88CF-ADD9232790EB}" dt="2026-02-02T10:42:06.977" v="139" actId="113"/>
          <ac:spMkLst>
            <pc:docMk/>
            <pc:sldMk cId="0" sldId="300"/>
            <ac:spMk id="2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2:10.872" v="141" actId="113"/>
          <ac:spMkLst>
            <pc:docMk/>
            <pc:sldMk cId="0" sldId="300"/>
            <ac:spMk id="3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2:14.512" v="143" actId="113"/>
          <ac:spMkLst>
            <pc:docMk/>
            <pc:sldMk cId="0" sldId="300"/>
            <ac:spMk id="49" creationId="{00000000-0000-0000-0000-000000000000}"/>
          </ac:spMkLst>
        </pc:spChg>
        <pc:spChg chg="add mod">
          <ac:chgData name="Novembre Matteo" userId="437dbab0-cd7d-4665-9647-10d1fd490981" providerId="ADAL" clId="{71D4A954-A407-45A0-88CF-ADD9232790EB}" dt="2026-02-02T10:40:23" v="117" actId="1076"/>
          <ac:spMkLst>
            <pc:docMk/>
            <pc:sldMk cId="0" sldId="300"/>
            <ac:spMk id="61" creationId="{6D4EAFFD-5BF7-452E-6A9C-F8BC4234A680}"/>
          </ac:spMkLst>
        </pc:spChg>
        <pc:spChg chg="add mod">
          <ac:chgData name="Novembre Matteo" userId="437dbab0-cd7d-4665-9647-10d1fd490981" providerId="ADAL" clId="{71D4A954-A407-45A0-88CF-ADD9232790EB}" dt="2026-02-02T10:40:23" v="117" actId="1076"/>
          <ac:spMkLst>
            <pc:docMk/>
            <pc:sldMk cId="0" sldId="300"/>
            <ac:spMk id="62" creationId="{71759ECE-6EC0-7BF8-89C9-2275591C65A2}"/>
          </ac:spMkLst>
        </pc:spChg>
        <pc:spChg chg="add mod">
          <ac:chgData name="Novembre Matteo" userId="437dbab0-cd7d-4665-9647-10d1fd490981" providerId="ADAL" clId="{71D4A954-A407-45A0-88CF-ADD9232790EB}" dt="2026-02-02T10:40:43.472" v="119" actId="1076"/>
          <ac:spMkLst>
            <pc:docMk/>
            <pc:sldMk cId="0" sldId="300"/>
            <ac:spMk id="63" creationId="{EDFC03F4-9255-D990-ECB3-084BA00EFFFA}"/>
          </ac:spMkLst>
        </pc:spChg>
        <pc:spChg chg="add mod">
          <ac:chgData name="Novembre Matteo" userId="437dbab0-cd7d-4665-9647-10d1fd490981" providerId="ADAL" clId="{71D4A954-A407-45A0-88CF-ADD9232790EB}" dt="2026-02-02T10:40:43.472" v="119" actId="1076"/>
          <ac:spMkLst>
            <pc:docMk/>
            <pc:sldMk cId="0" sldId="300"/>
            <ac:spMk id="64" creationId="{F238C060-EA41-0E76-CEFC-628AA9EBE78E}"/>
          </ac:spMkLst>
        </pc:spChg>
        <pc:spChg chg="add mod">
          <ac:chgData name="Novembre Matteo" userId="437dbab0-cd7d-4665-9647-10d1fd490981" providerId="ADAL" clId="{71D4A954-A407-45A0-88CF-ADD9232790EB}" dt="2026-02-02T10:40:53.656" v="121" actId="1076"/>
          <ac:spMkLst>
            <pc:docMk/>
            <pc:sldMk cId="0" sldId="300"/>
            <ac:spMk id="65" creationId="{35D64BFC-D9BF-A1A7-4470-B3022E888EE7}"/>
          </ac:spMkLst>
        </pc:spChg>
        <pc:spChg chg="add mod">
          <ac:chgData name="Novembre Matteo" userId="437dbab0-cd7d-4665-9647-10d1fd490981" providerId="ADAL" clId="{71D4A954-A407-45A0-88CF-ADD9232790EB}" dt="2026-02-02T10:40:53.656" v="121" actId="1076"/>
          <ac:spMkLst>
            <pc:docMk/>
            <pc:sldMk cId="0" sldId="300"/>
            <ac:spMk id="66" creationId="{2D7931A6-E2AE-EAFE-F909-E8D7484A4199}"/>
          </ac:spMkLst>
        </pc:spChg>
        <pc:spChg chg="add mod">
          <ac:chgData name="Novembre Matteo" userId="437dbab0-cd7d-4665-9647-10d1fd490981" providerId="ADAL" clId="{71D4A954-A407-45A0-88CF-ADD9232790EB}" dt="2026-02-02T10:42:21.392" v="144" actId="1076"/>
          <ac:spMkLst>
            <pc:docMk/>
            <pc:sldMk cId="0" sldId="300"/>
            <ac:spMk id="67" creationId="{0FA42C27-8B92-EC64-E6B1-2DA72D95B44A}"/>
          </ac:spMkLst>
        </pc:spChg>
        <pc:spChg chg="add mod">
          <ac:chgData name="Novembre Matteo" userId="437dbab0-cd7d-4665-9647-10d1fd490981" providerId="ADAL" clId="{71D4A954-A407-45A0-88CF-ADD9232790EB}" dt="2026-02-02T10:42:24.575" v="145" actId="1076"/>
          <ac:spMkLst>
            <pc:docMk/>
            <pc:sldMk cId="0" sldId="300"/>
            <ac:spMk id="68" creationId="{B0C132DE-7CE8-25E2-FB57-236D4EBC38FB}"/>
          </ac:spMkLst>
        </pc:spChg>
        <pc:spChg chg="add mod">
          <ac:chgData name="Novembre Matteo" userId="437dbab0-cd7d-4665-9647-10d1fd490981" providerId="ADAL" clId="{71D4A954-A407-45A0-88CF-ADD9232790EB}" dt="2026-02-02T10:42:28.304" v="146" actId="1076"/>
          <ac:spMkLst>
            <pc:docMk/>
            <pc:sldMk cId="0" sldId="300"/>
            <ac:spMk id="69" creationId="{E91D8A9F-A487-1C00-CAB1-EDBB1C8F895A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0:43:26.095" v="152" actId="1076"/>
        <pc:sldMkLst>
          <pc:docMk/>
          <pc:sldMk cId="0" sldId="306"/>
        </pc:sldMkLst>
        <pc:picChg chg="add mod">
          <ac:chgData name="Novembre Matteo" userId="437dbab0-cd7d-4665-9647-10d1fd490981" providerId="ADAL" clId="{71D4A954-A407-45A0-88CF-ADD9232790EB}" dt="2026-02-02T10:43:26.095" v="152" actId="1076"/>
          <ac:picMkLst>
            <pc:docMk/>
            <pc:sldMk cId="0" sldId="306"/>
            <ac:picMk id="84" creationId="{7895BAE3-3412-4A93-C4D5-657D7717C16C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44:00.431" v="157" actId="1076"/>
        <pc:sldMkLst>
          <pc:docMk/>
          <pc:sldMk cId="0" sldId="307"/>
        </pc:sldMkLst>
        <pc:picChg chg="add mod">
          <ac:chgData name="Novembre Matteo" userId="437dbab0-cd7d-4665-9647-10d1fd490981" providerId="ADAL" clId="{71D4A954-A407-45A0-88CF-ADD9232790EB}" dt="2026-02-02T10:44:00.431" v="157" actId="1076"/>
          <ac:picMkLst>
            <pc:docMk/>
            <pc:sldMk cId="0" sldId="307"/>
            <ac:picMk id="99" creationId="{551D57AF-FF06-5AB4-A27B-AEE90E060DE2}"/>
          </ac:picMkLst>
        </pc:picChg>
      </pc:sldChg>
      <pc:sldChg chg="addSp delSp modSp del mod">
        <pc:chgData name="Novembre Matteo" userId="437dbab0-cd7d-4665-9647-10d1fd490981" providerId="ADAL" clId="{71D4A954-A407-45A0-88CF-ADD9232790EB}" dt="2026-02-02T11:52:27.809" v="181" actId="47"/>
        <pc:sldMkLst>
          <pc:docMk/>
          <pc:sldMk cId="0" sldId="308"/>
        </pc:sldMkLst>
      </pc:sldChg>
      <pc:sldChg chg="addSp delSp modSp del mod">
        <pc:chgData name="Novembre Matteo" userId="437dbab0-cd7d-4665-9647-10d1fd490981" providerId="ADAL" clId="{71D4A954-A407-45A0-88CF-ADD9232790EB}" dt="2026-02-02T11:52:27.809" v="181" actId="47"/>
        <pc:sldMkLst>
          <pc:docMk/>
          <pc:sldMk cId="0" sldId="309"/>
        </pc:sldMkLst>
      </pc:sldChg>
      <pc:sldChg chg="modSp mod">
        <pc:chgData name="Novembre Matteo" userId="437dbab0-cd7d-4665-9647-10d1fd490981" providerId="ADAL" clId="{71D4A954-A407-45A0-88CF-ADD9232790EB}" dt="2026-02-02T11:50:14.655" v="180" actId="1076"/>
        <pc:sldMkLst>
          <pc:docMk/>
          <pc:sldMk cId="0" sldId="310"/>
        </pc:sldMkLst>
        <pc:spChg chg="mod">
          <ac:chgData name="Novembre Matteo" userId="437dbab0-cd7d-4665-9647-10d1fd490981" providerId="ADAL" clId="{71D4A954-A407-45A0-88CF-ADD9232790EB}" dt="2026-02-02T10:45:24.197" v="169" actId="1076"/>
          <ac:spMkLst>
            <pc:docMk/>
            <pc:sldMk cId="0" sldId="310"/>
            <ac:spMk id="3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5:24.197" v="169" actId="1076"/>
          <ac:spMkLst>
            <pc:docMk/>
            <pc:sldMk cId="0" sldId="310"/>
            <ac:spMk id="3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5:24.197" v="169" actId="1076"/>
          <ac:spMkLst>
            <pc:docMk/>
            <pc:sldMk cId="0" sldId="310"/>
            <ac:spMk id="3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0:02.263" v="177" actId="1076"/>
          <ac:spMkLst>
            <pc:docMk/>
            <pc:sldMk cId="0" sldId="310"/>
            <ac:spMk id="5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0:14.655" v="180" actId="1076"/>
          <ac:spMkLst>
            <pc:docMk/>
            <pc:sldMk cId="0" sldId="310"/>
            <ac:spMk id="5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0:08.527" v="179" actId="1076"/>
          <ac:spMkLst>
            <pc:docMk/>
            <pc:sldMk cId="0" sldId="310"/>
            <ac:spMk id="58" creationId="{00000000-0000-0000-0000-000000000000}"/>
          </ac:spMkLst>
        </pc:spChg>
      </pc:sldChg>
      <pc:sldChg chg="addSp delSp modSp add mod">
        <pc:chgData name="Novembre Matteo" userId="437dbab0-cd7d-4665-9647-10d1fd490981" providerId="ADAL" clId="{71D4A954-A407-45A0-88CF-ADD9232790EB}" dt="2026-02-02T10:32:53.105" v="84" actId="1076"/>
        <pc:sldMkLst>
          <pc:docMk/>
          <pc:sldMk cId="1119716567" sldId="311"/>
        </pc:sldMkLst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4" creationId="{FD6587F1-AE2B-5BBF-61E9-9EAAE380A44F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5" creationId="{16F3469C-3B16-3377-426D-50FA7DD52256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7" creationId="{20C013C4-1D99-D483-A436-311EDAA46E3B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9" creationId="{CF76F511-2EE3-A10D-0816-E22DEFFB15D0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1" creationId="{57305762-9FC3-01DB-8891-3BA6AF099E53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3" creationId="{D9ACC35A-1BBF-7AD9-9B96-9AF289B98AD9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5" creationId="{F7BB650A-D85D-3D9B-D281-ECA97E37942F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7" creationId="{4C5E8E88-8801-4E06-B935-69012A4DE1F0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9" creationId="{52878DFD-0C5B-067F-4783-A1BE3AEBD659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81" creationId="{058041A4-4DB5-1A01-1A05-C3B9B53FD1C2}"/>
          </ac:spMkLst>
        </pc:spChg>
        <pc:spChg chg="add mod">
          <ac:chgData name="Novembre Matteo" userId="437dbab0-cd7d-4665-9647-10d1fd490981" providerId="ADAL" clId="{71D4A954-A407-45A0-88CF-ADD9232790EB}" dt="2026-02-02T10:32:38.504" v="83" actId="1076"/>
          <ac:spMkLst>
            <pc:docMk/>
            <pc:sldMk cId="1119716567" sldId="311"/>
            <ac:spMk id="82" creationId="{68CA3ACE-B79A-395D-039E-B8C2E6763067}"/>
          </ac:spMkLst>
        </pc:spChg>
      </pc:sldChg>
      <pc:sldChg chg="modSp mod">
        <pc:chgData name="Novembre Matteo" userId="437dbab0-cd7d-4665-9647-10d1fd490981" providerId="ADAL" clId="{71D4A954-A407-45A0-88CF-ADD9232790EB}" dt="2026-02-02T11:59:32.089" v="214" actId="14100"/>
        <pc:sldMkLst>
          <pc:docMk/>
          <pc:sldMk cId="0" sldId="312"/>
        </pc:sldMkLst>
        <pc:picChg chg="mod">
          <ac:chgData name="Novembre Matteo" userId="437dbab0-cd7d-4665-9647-10d1fd490981" providerId="ADAL" clId="{71D4A954-A407-45A0-88CF-ADD9232790EB}" dt="2026-02-02T11:59:32.089" v="214" actId="14100"/>
          <ac:picMkLst>
            <pc:docMk/>
            <pc:sldMk cId="0" sldId="312"/>
            <ac:picMk id="39" creationId="{00000000-0000-0000-0000-000000000000}"/>
          </ac:picMkLst>
        </pc:picChg>
      </pc:sldChg>
      <pc:sldChg chg="modSp mod">
        <pc:chgData name="Novembre Matteo" userId="437dbab0-cd7d-4665-9647-10d1fd490981" providerId="ADAL" clId="{71D4A954-A407-45A0-88CF-ADD9232790EB}" dt="2026-02-02T11:59:53.583" v="217" actId="1076"/>
        <pc:sldMkLst>
          <pc:docMk/>
          <pc:sldMk cId="0" sldId="314"/>
        </pc:sldMkLst>
        <pc:spChg chg="mod">
          <ac:chgData name="Novembre Matteo" userId="437dbab0-cd7d-4665-9647-10d1fd490981" providerId="ADAL" clId="{71D4A954-A407-45A0-88CF-ADD9232790EB}" dt="2026-02-02T11:59:48.919" v="215" actId="1076"/>
          <ac:spMkLst>
            <pc:docMk/>
            <pc:sldMk cId="0" sldId="314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9:51.721" v="216" actId="1076"/>
          <ac:spMkLst>
            <pc:docMk/>
            <pc:sldMk cId="0" sldId="314"/>
            <ac:spMk id="3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9:53.583" v="217" actId="1076"/>
          <ac:spMkLst>
            <pc:docMk/>
            <pc:sldMk cId="0" sldId="314"/>
            <ac:spMk id="58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0:09.911" v="220" actId="1076"/>
        <pc:sldMkLst>
          <pc:docMk/>
          <pc:sldMk cId="0" sldId="315"/>
        </pc:sldMkLst>
        <pc:spChg chg="mod">
          <ac:chgData name="Novembre Matteo" userId="437dbab0-cd7d-4665-9647-10d1fd490981" providerId="ADAL" clId="{71D4A954-A407-45A0-88CF-ADD9232790EB}" dt="2026-02-02T12:00:07.536" v="219" actId="1076"/>
          <ac:spMkLst>
            <pc:docMk/>
            <pc:sldMk cId="0" sldId="315"/>
            <ac:spMk id="2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0:09.911" v="220" actId="1076"/>
          <ac:spMkLst>
            <pc:docMk/>
            <pc:sldMk cId="0" sldId="315"/>
            <ac:spMk id="45" creationId="{00000000-0000-0000-0000-000000000000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2:00:47.741" v="227" actId="1076"/>
        <pc:sldMkLst>
          <pc:docMk/>
          <pc:sldMk cId="0" sldId="316"/>
        </pc:sldMkLst>
        <pc:picChg chg="mod">
          <ac:chgData name="Novembre Matteo" userId="437dbab0-cd7d-4665-9647-10d1fd490981" providerId="ADAL" clId="{71D4A954-A407-45A0-88CF-ADD9232790EB}" dt="2026-02-02T12:00:41.805" v="224" actId="1076"/>
          <ac:picMkLst>
            <pc:docMk/>
            <pc:sldMk cId="0" sldId="316"/>
            <ac:picMk id="5" creationId="{00000000-0000-0000-0000-000000000000}"/>
          </ac:picMkLst>
        </pc:picChg>
        <pc:picChg chg="add mod">
          <ac:chgData name="Novembre Matteo" userId="437dbab0-cd7d-4665-9647-10d1fd490981" providerId="ADAL" clId="{71D4A954-A407-45A0-88CF-ADD9232790EB}" dt="2026-02-02T12:00:39.848" v="223" actId="1076"/>
          <ac:picMkLst>
            <pc:docMk/>
            <pc:sldMk cId="0" sldId="316"/>
            <ac:picMk id="50" creationId="{4B9F342B-F643-3C03-ADE7-0DCEB3EB4F94}"/>
          </ac:picMkLst>
        </pc:picChg>
        <pc:picChg chg="add mod">
          <ac:chgData name="Novembre Matteo" userId="437dbab0-cd7d-4665-9647-10d1fd490981" providerId="ADAL" clId="{71D4A954-A407-45A0-88CF-ADD9232790EB}" dt="2026-02-02T12:00:47.741" v="227" actId="1076"/>
          <ac:picMkLst>
            <pc:docMk/>
            <pc:sldMk cId="0" sldId="316"/>
            <ac:picMk id="52" creationId="{6908645B-327C-75EA-BD19-8C4D44575CFA}"/>
          </ac:picMkLst>
        </pc:picChg>
      </pc:sldChg>
      <pc:sldChg chg="modSp mod">
        <pc:chgData name="Novembre Matteo" userId="437dbab0-cd7d-4665-9647-10d1fd490981" providerId="ADAL" clId="{71D4A954-A407-45A0-88CF-ADD9232790EB}" dt="2026-02-02T12:02:48.737" v="246" actId="1076"/>
        <pc:sldMkLst>
          <pc:docMk/>
          <pc:sldMk cId="0" sldId="317"/>
        </pc:sldMkLst>
        <pc:spChg chg="mod">
          <ac:chgData name="Novembre Matteo" userId="437dbab0-cd7d-4665-9647-10d1fd490981" providerId="ADAL" clId="{71D4A954-A407-45A0-88CF-ADD9232790EB}" dt="2026-02-02T12:02:39.691" v="244" actId="1076"/>
          <ac:spMkLst>
            <pc:docMk/>
            <pc:sldMk cId="0" sldId="317"/>
            <ac:spMk id="5" creationId="{00000000-0000-0000-0000-000000000000}"/>
          </ac:spMkLst>
        </pc:spChg>
        <pc:spChg chg="mod ord">
          <ac:chgData name="Novembre Matteo" userId="437dbab0-cd7d-4665-9647-10d1fd490981" providerId="ADAL" clId="{71D4A954-A407-45A0-88CF-ADD9232790EB}" dt="2026-02-02T12:02:45.848" v="245" actId="688"/>
          <ac:spMkLst>
            <pc:docMk/>
            <pc:sldMk cId="0" sldId="317"/>
            <ac:spMk id="39" creationId="{00000000-0000-0000-0000-000000000000}"/>
          </ac:spMkLst>
        </pc:spChg>
        <pc:spChg chg="mod ord">
          <ac:chgData name="Novembre Matteo" userId="437dbab0-cd7d-4665-9647-10d1fd490981" providerId="ADAL" clId="{71D4A954-A407-45A0-88CF-ADD9232790EB}" dt="2026-02-02T12:02:45.848" v="245" actId="688"/>
          <ac:spMkLst>
            <pc:docMk/>
            <pc:sldMk cId="0" sldId="317"/>
            <ac:spMk id="40" creationId="{00000000-0000-0000-0000-000000000000}"/>
          </ac:spMkLst>
        </pc:spChg>
        <pc:picChg chg="mod">
          <ac:chgData name="Novembre Matteo" userId="437dbab0-cd7d-4665-9647-10d1fd490981" providerId="ADAL" clId="{71D4A954-A407-45A0-88CF-ADD9232790EB}" dt="2026-02-02T12:02:48.737" v="246" actId="1076"/>
          <ac:picMkLst>
            <pc:docMk/>
            <pc:sldMk cId="0" sldId="317"/>
            <ac:picMk id="41" creationId="{00000000-0000-0000-0000-000000000000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2:03:17.946" v="256" actId="478"/>
        <pc:sldMkLst>
          <pc:docMk/>
          <pc:sldMk cId="0" sldId="318"/>
        </pc:sldMkLst>
        <pc:picChg chg="add del">
          <ac:chgData name="Novembre Matteo" userId="437dbab0-cd7d-4665-9647-10d1fd490981" providerId="ADAL" clId="{71D4A954-A407-45A0-88CF-ADD9232790EB}" dt="2026-02-02T12:03:17.946" v="256" actId="478"/>
          <ac:picMkLst>
            <pc:docMk/>
            <pc:sldMk cId="0" sldId="318"/>
            <ac:picMk id="6" creationId="{00000000-0000-0000-0000-000000000000}"/>
          </ac:picMkLst>
        </pc:picChg>
        <pc:picChg chg="add del">
          <ac:chgData name="Novembre Matteo" userId="437dbab0-cd7d-4665-9647-10d1fd490981" providerId="ADAL" clId="{71D4A954-A407-45A0-88CF-ADD9232790EB}" dt="2026-02-02T12:03:16.464" v="253" actId="478"/>
          <ac:picMkLst>
            <pc:docMk/>
            <pc:sldMk cId="0" sldId="318"/>
            <ac:picMk id="7" creationId="{00000000-0000-0000-0000-000000000000}"/>
          </ac:picMkLst>
        </pc:picChg>
      </pc:sldChg>
      <pc:sldChg chg="modSp mod">
        <pc:chgData name="Novembre Matteo" userId="437dbab0-cd7d-4665-9647-10d1fd490981" providerId="ADAL" clId="{71D4A954-A407-45A0-88CF-ADD9232790EB}" dt="2026-02-02T12:03:46.286" v="260" actId="20577"/>
        <pc:sldMkLst>
          <pc:docMk/>
          <pc:sldMk cId="0" sldId="321"/>
        </pc:sldMkLst>
        <pc:spChg chg="mod">
          <ac:chgData name="Novembre Matteo" userId="437dbab0-cd7d-4665-9647-10d1fd490981" providerId="ADAL" clId="{71D4A954-A407-45A0-88CF-ADD9232790EB}" dt="2026-02-02T12:03:43.143" v="259" actId="20577"/>
          <ac:spMkLst>
            <pc:docMk/>
            <pc:sldMk cId="0" sldId="321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3:46.286" v="260" actId="20577"/>
          <ac:spMkLst>
            <pc:docMk/>
            <pc:sldMk cId="0" sldId="321"/>
            <ac:spMk id="32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4:00.090" v="261" actId="14100"/>
        <pc:sldMkLst>
          <pc:docMk/>
          <pc:sldMk cId="0" sldId="324"/>
        </pc:sldMkLst>
        <pc:picChg chg="mod">
          <ac:chgData name="Novembre Matteo" userId="437dbab0-cd7d-4665-9647-10d1fd490981" providerId="ADAL" clId="{71D4A954-A407-45A0-88CF-ADD9232790EB}" dt="2026-02-02T12:04:00.090" v="261" actId="14100"/>
          <ac:picMkLst>
            <pc:docMk/>
            <pc:sldMk cId="0" sldId="324"/>
            <ac:picMk id="38" creationId="{00000000-0000-0000-0000-000000000000}"/>
          </ac:picMkLst>
        </pc:picChg>
      </pc:sldChg>
      <pc:sldChg chg="modSp mod">
        <pc:chgData name="Novembre Matteo" userId="437dbab0-cd7d-4665-9647-10d1fd490981" providerId="ADAL" clId="{71D4A954-A407-45A0-88CF-ADD9232790EB}" dt="2026-02-02T12:04:16.703" v="262" actId="1076"/>
        <pc:sldMkLst>
          <pc:docMk/>
          <pc:sldMk cId="0" sldId="325"/>
        </pc:sldMkLst>
        <pc:spChg chg="mod">
          <ac:chgData name="Novembre Matteo" userId="437dbab0-cd7d-4665-9647-10d1fd490981" providerId="ADAL" clId="{71D4A954-A407-45A0-88CF-ADD9232790EB}" dt="2026-02-02T12:04:16.703" v="262" actId="1076"/>
          <ac:spMkLst>
            <pc:docMk/>
            <pc:sldMk cId="0" sldId="325"/>
            <ac:spMk id="39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5:07.224" v="277" actId="1076"/>
        <pc:sldMkLst>
          <pc:docMk/>
          <pc:sldMk cId="0" sldId="328"/>
        </pc:sldMkLst>
        <pc:spChg chg="mod">
          <ac:chgData name="Novembre Matteo" userId="437dbab0-cd7d-4665-9647-10d1fd490981" providerId="ADAL" clId="{71D4A954-A407-45A0-88CF-ADD9232790EB}" dt="2026-02-02T12:05:07.224" v="277" actId="1076"/>
          <ac:spMkLst>
            <pc:docMk/>
            <pc:sldMk cId="0" sldId="328"/>
            <ac:spMk id="6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4:47.617" v="263" actId="1076"/>
          <ac:spMkLst>
            <pc:docMk/>
            <pc:sldMk cId="0" sldId="328"/>
            <ac:spMk id="6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4:47.617" v="263" actId="1076"/>
          <ac:spMkLst>
            <pc:docMk/>
            <pc:sldMk cId="0" sldId="328"/>
            <ac:spMk id="68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5:28.583" v="280" actId="1076"/>
        <pc:sldMkLst>
          <pc:docMk/>
          <pc:sldMk cId="0" sldId="330"/>
        </pc:sldMkLst>
        <pc:spChg chg="mod">
          <ac:chgData name="Novembre Matteo" userId="437dbab0-cd7d-4665-9647-10d1fd490981" providerId="ADAL" clId="{71D4A954-A407-45A0-88CF-ADD9232790EB}" dt="2026-02-02T12:05:19.466" v="278" actId="1076"/>
          <ac:spMkLst>
            <pc:docMk/>
            <pc:sldMk cId="0" sldId="330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24.647" v="279" actId="1076"/>
          <ac:spMkLst>
            <pc:docMk/>
            <pc:sldMk cId="0" sldId="330"/>
            <ac:spMk id="3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28.583" v="280" actId="1076"/>
          <ac:spMkLst>
            <pc:docMk/>
            <pc:sldMk cId="0" sldId="330"/>
            <ac:spMk id="58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5:49.568" v="284" actId="1076"/>
        <pc:sldMkLst>
          <pc:docMk/>
          <pc:sldMk cId="0" sldId="332"/>
        </pc:sldMkLst>
        <pc:spChg chg="mod">
          <ac:chgData name="Novembre Matteo" userId="437dbab0-cd7d-4665-9647-10d1fd490981" providerId="ADAL" clId="{71D4A954-A407-45A0-88CF-ADD9232790EB}" dt="2026-02-02T12:05:42.896" v="281" actId="1076"/>
          <ac:spMkLst>
            <pc:docMk/>
            <pc:sldMk cId="0" sldId="332"/>
            <ac:spMk id="6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45.089" v="282" actId="1076"/>
          <ac:spMkLst>
            <pc:docMk/>
            <pc:sldMk cId="0" sldId="332"/>
            <ac:spMk id="7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47.111" v="283" actId="1076"/>
          <ac:spMkLst>
            <pc:docMk/>
            <pc:sldMk cId="0" sldId="332"/>
            <ac:spMk id="7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49.568" v="284" actId="1076"/>
          <ac:spMkLst>
            <pc:docMk/>
            <pc:sldMk cId="0" sldId="332"/>
            <ac:spMk id="83" creationId="{00000000-0000-0000-0000-000000000000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2:06:13.945" v="289" actId="1076"/>
        <pc:sldMkLst>
          <pc:docMk/>
          <pc:sldMk cId="0" sldId="333"/>
        </pc:sldMkLst>
        <pc:picChg chg="add mod">
          <ac:chgData name="Novembre Matteo" userId="437dbab0-cd7d-4665-9647-10d1fd490981" providerId="ADAL" clId="{71D4A954-A407-45A0-88CF-ADD9232790EB}" dt="2026-02-02T12:06:13.945" v="289" actId="1076"/>
          <ac:picMkLst>
            <pc:docMk/>
            <pc:sldMk cId="0" sldId="333"/>
            <ac:picMk id="79" creationId="{7B9D2C37-249B-6725-CC34-D7E45FBD33C7}"/>
          </ac:picMkLst>
        </pc:picChg>
      </pc:sldChg>
      <pc:sldChg chg="addSp delSp modSp add mod">
        <pc:chgData name="Novembre Matteo" userId="437dbab0-cd7d-4665-9647-10d1fd490981" providerId="ADAL" clId="{71D4A954-A407-45A0-88CF-ADD9232790EB}" dt="2026-02-02T11:53:57.319" v="199" actId="1076"/>
        <pc:sldMkLst>
          <pc:docMk/>
          <pc:sldMk cId="0" sldId="336"/>
        </pc:sldMkLst>
        <pc:spChg chg="add del">
          <ac:chgData name="Novembre Matteo" userId="437dbab0-cd7d-4665-9647-10d1fd490981" providerId="ADAL" clId="{71D4A954-A407-45A0-88CF-ADD9232790EB}" dt="2026-02-02T11:53:44.930" v="197" actId="478"/>
          <ac:spMkLst>
            <pc:docMk/>
            <pc:sldMk cId="0" sldId="336"/>
            <ac:spMk id="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9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0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0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0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1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1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1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1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2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25" creationId="{00000000-0000-0000-0000-000000000000}"/>
          </ac:spMkLst>
        </pc:spChg>
      </pc:sldChg>
      <pc:sldChg chg="addSp delSp modSp add mod">
        <pc:chgData name="Novembre Matteo" userId="437dbab0-cd7d-4665-9647-10d1fd490981" providerId="ADAL" clId="{71D4A954-A407-45A0-88CF-ADD9232790EB}" dt="2026-02-02T12:06:57.927" v="297" actId="688"/>
        <pc:sldMkLst>
          <pc:docMk/>
          <pc:sldMk cId="0" sldId="337"/>
        </pc:sldMkLst>
        <pc:spChg chg="mod">
          <ac:chgData name="Novembre Matteo" userId="437dbab0-cd7d-4665-9647-10d1fd490981" providerId="ADAL" clId="{71D4A954-A407-45A0-88CF-ADD9232790EB}" dt="2026-02-02T12:06:53.441" v="294" actId="1076"/>
          <ac:spMkLst>
            <pc:docMk/>
            <pc:sldMk cId="0" sldId="337"/>
            <ac:spMk id="20" creationId="{00000000-0000-0000-0000-000000000000}"/>
          </ac:spMkLst>
        </pc:spChg>
        <pc:picChg chg="add mod">
          <ac:chgData name="Novembre Matteo" userId="437dbab0-cd7d-4665-9647-10d1fd490981" providerId="ADAL" clId="{71D4A954-A407-45A0-88CF-ADD9232790EB}" dt="2026-02-02T12:06:57.927" v="297" actId="688"/>
          <ac:picMkLst>
            <pc:docMk/>
            <pc:sldMk cId="0" sldId="337"/>
            <ac:picMk id="69" creationId="{29D851FE-CF4E-049A-24F9-C9051A39E3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2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218EF-C4C7-FABB-C868-FD43BE8B0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49E9F-0CED-5226-055D-B400E2FB8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CB532-4F86-A29C-8785-1AB80ED8E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3EE5C-53D6-F2E9-9BE4-7D9FD25DE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57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1CE2-EEC4-214F-9A4A-51BC6237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87E66-9648-5AA4-6815-34AC3B225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C93F9-947C-C881-CE87-962CE4535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9043A-0E28-8556-4C46-27A46D5182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66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24815-39A7-5B84-9D1F-2480610E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F80D7-897C-D5FF-F83A-1F86B0F09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31156-526A-DC99-BCE0-CA2312FE5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7A0E-6670-A0DE-0BB9-923180355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349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97223CB-80F4-5A2B-FBCF-8F0577C1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5C71-6E8F-4A48-9A75-977949D9268F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6CAB44-9033-D4FC-C269-4E25F067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34E491-4E22-916B-0A57-2EFE961F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793B-E73B-47CB-B846-DB6D9D48C5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96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0.png"/><Relationship Id="rId4" Type="http://schemas.openxmlformats.org/officeDocument/2006/relationships/image" Target="../media/image9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3.png"/><Relationship Id="rId4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14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1.jpe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12" Type="http://schemas.openxmlformats.org/officeDocument/2006/relationships/image" Target="../media/image12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11" Type="http://schemas.openxmlformats.org/officeDocument/2006/relationships/image" Target="../media/image122.png"/><Relationship Id="rId5" Type="http://schemas.openxmlformats.org/officeDocument/2006/relationships/image" Target="../media/image145.png"/><Relationship Id="rId15" Type="http://schemas.openxmlformats.org/officeDocument/2006/relationships/image" Target="../media/image153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9.png"/><Relationship Id="rId3" Type="http://schemas.openxmlformats.org/officeDocument/2006/relationships/image" Target="../media/image143.png"/><Relationship Id="rId7" Type="http://schemas.openxmlformats.org/officeDocument/2006/relationships/image" Target="../media/image148.png"/><Relationship Id="rId12" Type="http://schemas.openxmlformats.org/officeDocument/2006/relationships/image" Target="../media/image1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57.png"/><Relationship Id="rId5" Type="http://schemas.openxmlformats.org/officeDocument/2006/relationships/image" Target="../media/image145.png"/><Relationship Id="rId10" Type="http://schemas.openxmlformats.org/officeDocument/2006/relationships/image" Target="../media/image156.png"/><Relationship Id="rId4" Type="http://schemas.openxmlformats.org/officeDocument/2006/relationships/image" Target="../media/image144.png"/><Relationship Id="rId9" Type="http://schemas.openxmlformats.org/officeDocument/2006/relationships/image" Target="../media/image1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68.jpe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12" Type="http://schemas.openxmlformats.org/officeDocument/2006/relationships/image" Target="../media/image123.png"/><Relationship Id="rId17" Type="http://schemas.openxmlformats.org/officeDocument/2006/relationships/image" Target="../media/image172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.png"/><Relationship Id="rId11" Type="http://schemas.openxmlformats.org/officeDocument/2006/relationships/image" Target="../media/image122.png"/><Relationship Id="rId5" Type="http://schemas.openxmlformats.org/officeDocument/2006/relationships/image" Target="../media/image162.png"/><Relationship Id="rId15" Type="http://schemas.openxmlformats.org/officeDocument/2006/relationships/image" Target="../media/image170.png"/><Relationship Id="rId10" Type="http://schemas.openxmlformats.org/officeDocument/2006/relationships/image" Target="../media/image167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Relationship Id="rId14" Type="http://schemas.openxmlformats.org/officeDocument/2006/relationships/image" Target="../media/image16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182.png"/><Relationship Id="rId3" Type="http://schemas.openxmlformats.org/officeDocument/2006/relationships/image" Target="../media/image160.png"/><Relationship Id="rId7" Type="http://schemas.openxmlformats.org/officeDocument/2006/relationships/image" Target="../media/image176.png"/><Relationship Id="rId12" Type="http://schemas.openxmlformats.org/officeDocument/2006/relationships/image" Target="../media/image18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11" Type="http://schemas.openxmlformats.org/officeDocument/2006/relationships/image" Target="../media/image180.png"/><Relationship Id="rId5" Type="http://schemas.openxmlformats.org/officeDocument/2006/relationships/image" Target="../media/image174.png"/><Relationship Id="rId15" Type="http://schemas.openxmlformats.org/officeDocument/2006/relationships/image" Target="../media/image184.png"/><Relationship Id="rId10" Type="http://schemas.openxmlformats.org/officeDocument/2006/relationships/image" Target="../media/image179.png"/><Relationship Id="rId4" Type="http://schemas.openxmlformats.org/officeDocument/2006/relationships/image" Target="../media/image173.png"/><Relationship Id="rId9" Type="http://schemas.openxmlformats.org/officeDocument/2006/relationships/image" Target="../media/image178.png"/><Relationship Id="rId14" Type="http://schemas.openxmlformats.org/officeDocument/2006/relationships/image" Target="../media/image18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96.png"/><Relationship Id="rId18" Type="http://schemas.openxmlformats.org/officeDocument/2006/relationships/image" Target="../media/image201.png"/><Relationship Id="rId3" Type="http://schemas.openxmlformats.org/officeDocument/2006/relationships/image" Target="../media/image186.png"/><Relationship Id="rId21" Type="http://schemas.openxmlformats.org/officeDocument/2006/relationships/image" Target="../media/image204.png"/><Relationship Id="rId7" Type="http://schemas.openxmlformats.org/officeDocument/2006/relationships/image" Target="../media/image190.png"/><Relationship Id="rId12" Type="http://schemas.openxmlformats.org/officeDocument/2006/relationships/image" Target="../media/image195.png"/><Relationship Id="rId17" Type="http://schemas.openxmlformats.org/officeDocument/2006/relationships/image" Target="../media/image200.png"/><Relationship Id="rId25" Type="http://schemas.openxmlformats.org/officeDocument/2006/relationships/image" Target="../media/image208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99.png"/><Relationship Id="rId20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11" Type="http://schemas.openxmlformats.org/officeDocument/2006/relationships/image" Target="../media/image194.png"/><Relationship Id="rId24" Type="http://schemas.openxmlformats.org/officeDocument/2006/relationships/image" Target="../media/image207.png"/><Relationship Id="rId5" Type="http://schemas.openxmlformats.org/officeDocument/2006/relationships/image" Target="../media/image188.png"/><Relationship Id="rId15" Type="http://schemas.openxmlformats.org/officeDocument/2006/relationships/image" Target="../media/image198.png"/><Relationship Id="rId23" Type="http://schemas.openxmlformats.org/officeDocument/2006/relationships/image" Target="../media/image206.png"/><Relationship Id="rId10" Type="http://schemas.openxmlformats.org/officeDocument/2006/relationships/image" Target="../media/image193.png"/><Relationship Id="rId19" Type="http://schemas.openxmlformats.org/officeDocument/2006/relationships/image" Target="../media/image202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Relationship Id="rId14" Type="http://schemas.openxmlformats.org/officeDocument/2006/relationships/image" Target="../media/image197.png"/><Relationship Id="rId22" Type="http://schemas.openxmlformats.org/officeDocument/2006/relationships/image" Target="../media/image20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19.png"/><Relationship Id="rId18" Type="http://schemas.openxmlformats.org/officeDocument/2006/relationships/image" Target="../media/image224.png"/><Relationship Id="rId3" Type="http://schemas.openxmlformats.org/officeDocument/2006/relationships/image" Target="../media/image209.png"/><Relationship Id="rId21" Type="http://schemas.openxmlformats.org/officeDocument/2006/relationships/image" Target="../media/image227.png"/><Relationship Id="rId7" Type="http://schemas.openxmlformats.org/officeDocument/2006/relationships/image" Target="../media/image213.png"/><Relationship Id="rId12" Type="http://schemas.openxmlformats.org/officeDocument/2006/relationships/image" Target="../media/image218.png"/><Relationship Id="rId17" Type="http://schemas.openxmlformats.org/officeDocument/2006/relationships/image" Target="../media/image223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22.png"/><Relationship Id="rId20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2.png"/><Relationship Id="rId11" Type="http://schemas.openxmlformats.org/officeDocument/2006/relationships/image" Target="../media/image217.png"/><Relationship Id="rId24" Type="http://schemas.openxmlformats.org/officeDocument/2006/relationships/image" Target="../media/image230.png"/><Relationship Id="rId5" Type="http://schemas.openxmlformats.org/officeDocument/2006/relationships/image" Target="../media/image211.png"/><Relationship Id="rId15" Type="http://schemas.openxmlformats.org/officeDocument/2006/relationships/image" Target="../media/image221.png"/><Relationship Id="rId23" Type="http://schemas.openxmlformats.org/officeDocument/2006/relationships/image" Target="../media/image229.png"/><Relationship Id="rId10" Type="http://schemas.openxmlformats.org/officeDocument/2006/relationships/image" Target="../media/image216.png"/><Relationship Id="rId19" Type="http://schemas.openxmlformats.org/officeDocument/2006/relationships/image" Target="../media/image225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Relationship Id="rId14" Type="http://schemas.openxmlformats.org/officeDocument/2006/relationships/image" Target="../media/image220.png"/><Relationship Id="rId22" Type="http://schemas.openxmlformats.org/officeDocument/2006/relationships/image" Target="../media/image22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18" Type="http://schemas.openxmlformats.org/officeDocument/2006/relationships/image" Target="../media/image233.png"/><Relationship Id="rId3" Type="http://schemas.openxmlformats.org/officeDocument/2006/relationships/image" Target="../media/image226.png"/><Relationship Id="rId21" Type="http://schemas.openxmlformats.org/officeDocument/2006/relationships/image" Target="../media/image228.png"/><Relationship Id="rId7" Type="http://schemas.openxmlformats.org/officeDocument/2006/relationships/image" Target="../media/image212.png"/><Relationship Id="rId12" Type="http://schemas.openxmlformats.org/officeDocument/2006/relationships/image" Target="../media/image217.png"/><Relationship Id="rId17" Type="http://schemas.openxmlformats.org/officeDocument/2006/relationships/image" Target="../media/image232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21.png"/><Relationship Id="rId20" Type="http://schemas.openxmlformats.org/officeDocument/2006/relationships/image" Target="../media/image2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1.png"/><Relationship Id="rId11" Type="http://schemas.openxmlformats.org/officeDocument/2006/relationships/image" Target="../media/image216.png"/><Relationship Id="rId24" Type="http://schemas.openxmlformats.org/officeDocument/2006/relationships/image" Target="../media/image220.png"/><Relationship Id="rId5" Type="http://schemas.openxmlformats.org/officeDocument/2006/relationships/image" Target="../media/image210.png"/><Relationship Id="rId15" Type="http://schemas.openxmlformats.org/officeDocument/2006/relationships/image" Target="../media/image231.png"/><Relationship Id="rId23" Type="http://schemas.openxmlformats.org/officeDocument/2006/relationships/image" Target="../media/image230.png"/><Relationship Id="rId10" Type="http://schemas.openxmlformats.org/officeDocument/2006/relationships/image" Target="../media/image215.png"/><Relationship Id="rId19" Type="http://schemas.openxmlformats.org/officeDocument/2006/relationships/image" Target="../media/image234.png"/><Relationship Id="rId4" Type="http://schemas.openxmlformats.org/officeDocument/2006/relationships/image" Target="../media/image209.png"/><Relationship Id="rId9" Type="http://schemas.openxmlformats.org/officeDocument/2006/relationships/image" Target="../media/image214.png"/><Relationship Id="rId14" Type="http://schemas.openxmlformats.org/officeDocument/2006/relationships/image" Target="../media/image219.png"/><Relationship Id="rId22" Type="http://schemas.openxmlformats.org/officeDocument/2006/relationships/image" Target="../media/image2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43.png"/><Relationship Id="rId18" Type="http://schemas.openxmlformats.org/officeDocument/2006/relationships/image" Target="../media/image248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12" Type="http://schemas.openxmlformats.org/officeDocument/2006/relationships/image" Target="../media/image145.png"/><Relationship Id="rId17" Type="http://schemas.openxmlformats.org/officeDocument/2006/relationships/image" Target="../media/image247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8.png"/><Relationship Id="rId11" Type="http://schemas.openxmlformats.org/officeDocument/2006/relationships/image" Target="../media/image242.png"/><Relationship Id="rId5" Type="http://schemas.openxmlformats.org/officeDocument/2006/relationships/image" Target="../media/image237.png"/><Relationship Id="rId15" Type="http://schemas.openxmlformats.org/officeDocument/2006/relationships/image" Target="../media/image245.png"/><Relationship Id="rId10" Type="http://schemas.openxmlformats.org/officeDocument/2006/relationships/image" Target="../media/image162.png"/><Relationship Id="rId4" Type="http://schemas.openxmlformats.org/officeDocument/2006/relationships/image" Target="../media/image236.png"/><Relationship Id="rId9" Type="http://schemas.openxmlformats.org/officeDocument/2006/relationships/image" Target="../media/image241.png"/><Relationship Id="rId14" Type="http://schemas.openxmlformats.org/officeDocument/2006/relationships/image" Target="../media/image24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3" Type="http://schemas.openxmlformats.org/officeDocument/2006/relationships/image" Target="../media/image249.png"/><Relationship Id="rId7" Type="http://schemas.openxmlformats.org/officeDocument/2006/relationships/image" Target="../media/image2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2.png"/><Relationship Id="rId5" Type="http://schemas.openxmlformats.org/officeDocument/2006/relationships/image" Target="../media/image251.png"/><Relationship Id="rId4" Type="http://schemas.openxmlformats.org/officeDocument/2006/relationships/image" Target="../media/image2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image" Target="../media/image52.png"/><Relationship Id="rId7" Type="http://schemas.openxmlformats.org/officeDocument/2006/relationships/image" Target="../media/image262.png"/><Relationship Id="rId12" Type="http://schemas.openxmlformats.org/officeDocument/2006/relationships/image" Target="../media/image2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1.png"/><Relationship Id="rId11" Type="http://schemas.openxmlformats.org/officeDocument/2006/relationships/image" Target="../media/image265.png"/><Relationship Id="rId5" Type="http://schemas.openxmlformats.org/officeDocument/2006/relationships/image" Target="../media/image260.png"/><Relationship Id="rId10" Type="http://schemas.openxmlformats.org/officeDocument/2006/relationships/image" Target="../media/image27.png"/><Relationship Id="rId4" Type="http://schemas.openxmlformats.org/officeDocument/2006/relationships/image" Target="../media/image259.png"/><Relationship Id="rId9" Type="http://schemas.openxmlformats.org/officeDocument/2006/relationships/image" Target="../media/image2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3" Type="http://schemas.openxmlformats.org/officeDocument/2006/relationships/image" Target="../media/image268.png"/><Relationship Id="rId7" Type="http://schemas.openxmlformats.org/officeDocument/2006/relationships/image" Target="../media/image27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1.png"/><Relationship Id="rId5" Type="http://schemas.openxmlformats.org/officeDocument/2006/relationships/image" Target="../media/image270.png"/><Relationship Id="rId10" Type="http://schemas.openxmlformats.org/officeDocument/2006/relationships/image" Target="../media/image275.png"/><Relationship Id="rId4" Type="http://schemas.openxmlformats.org/officeDocument/2006/relationships/image" Target="../media/image269.png"/><Relationship Id="rId9" Type="http://schemas.openxmlformats.org/officeDocument/2006/relationships/image" Target="../media/image2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png"/><Relationship Id="rId13" Type="http://schemas.openxmlformats.org/officeDocument/2006/relationships/image" Target="../media/image289.png"/><Relationship Id="rId3" Type="http://schemas.openxmlformats.org/officeDocument/2006/relationships/image" Target="../media/image279.png"/><Relationship Id="rId7" Type="http://schemas.openxmlformats.org/officeDocument/2006/relationships/image" Target="../media/image283.png"/><Relationship Id="rId12" Type="http://schemas.openxmlformats.org/officeDocument/2006/relationships/image" Target="../media/image288.png"/><Relationship Id="rId17" Type="http://schemas.openxmlformats.org/officeDocument/2006/relationships/image" Target="../media/image293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2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2.png"/><Relationship Id="rId11" Type="http://schemas.openxmlformats.org/officeDocument/2006/relationships/image" Target="../media/image287.png"/><Relationship Id="rId5" Type="http://schemas.openxmlformats.org/officeDocument/2006/relationships/image" Target="../media/image281.png"/><Relationship Id="rId15" Type="http://schemas.openxmlformats.org/officeDocument/2006/relationships/image" Target="../media/image291.png"/><Relationship Id="rId10" Type="http://schemas.openxmlformats.org/officeDocument/2006/relationships/image" Target="../media/image286.png"/><Relationship Id="rId4" Type="http://schemas.openxmlformats.org/officeDocument/2006/relationships/image" Target="../media/image280.png"/><Relationship Id="rId9" Type="http://schemas.openxmlformats.org/officeDocument/2006/relationships/image" Target="../media/image285.png"/><Relationship Id="rId14" Type="http://schemas.openxmlformats.org/officeDocument/2006/relationships/image" Target="../media/image2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7" Type="http://schemas.openxmlformats.org/officeDocument/2006/relationships/image" Target="../media/image29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7.png"/><Relationship Id="rId5" Type="http://schemas.openxmlformats.org/officeDocument/2006/relationships/image" Target="../media/image296.png"/><Relationship Id="rId4" Type="http://schemas.openxmlformats.org/officeDocument/2006/relationships/image" Target="../media/image2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 di testo 2">
            <a:extLst>
              <a:ext uri="{FF2B5EF4-FFF2-40B4-BE49-F238E27FC236}">
                <a16:creationId xmlns:a16="http://schemas.microsoft.com/office/drawing/2014/main" id="{CD60F39F-0697-9306-59C2-050A0C81B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998" y="4170460"/>
            <a:ext cx="3552190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endParaRPr lang="it-IT" sz="1200" dirty="0">
              <a:effectLst/>
              <a:latin typeface="Century Gothic" panose="020B0502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F763079-289E-A93C-EB1E-BF051687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41" y="5200651"/>
            <a:ext cx="1248709" cy="68477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49E2D39-027D-DC94-5F6C-D70263747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-111" r="-9" b="-111"/>
          <a:stretch>
            <a:fillRect/>
          </a:stretch>
        </p:blipFill>
        <p:spPr bwMode="auto">
          <a:xfrm>
            <a:off x="1842450" y="412572"/>
            <a:ext cx="8507093" cy="72608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2A369BA-F177-BE2A-86F7-3CE0AB26E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86850"/>
              </p:ext>
            </p:extLst>
          </p:nvPr>
        </p:nvGraphicFramePr>
        <p:xfrm>
          <a:off x="1316052" y="2281726"/>
          <a:ext cx="9178183" cy="22731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09610">
                  <a:extLst>
                    <a:ext uri="{9D8B030D-6E8A-4147-A177-3AD203B41FA5}">
                      <a16:colId xmlns:a16="http://schemas.microsoft.com/office/drawing/2014/main" val="265635030"/>
                    </a:ext>
                  </a:extLst>
                </a:gridCol>
                <a:gridCol w="6368573">
                  <a:extLst>
                    <a:ext uri="{9D8B030D-6E8A-4147-A177-3AD203B41FA5}">
                      <a16:colId xmlns:a16="http://schemas.microsoft.com/office/drawing/2014/main" val="1002503838"/>
                    </a:ext>
                  </a:extLst>
                </a:gridCol>
              </a:tblGrid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DOCENTE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NOVEMBRE Matteo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00898"/>
                  </a:ext>
                </a:extLst>
              </a:tr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UNITA’ FORMATIVA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 e </a:t>
                      </a:r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56960"/>
                  </a:ext>
                </a:extLst>
              </a:tr>
              <a:tr h="715116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ARGOMENTO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365: Storia</a:t>
                      </a:r>
                      <a:r>
                        <a:rPr lang="it-IT" sz="1800">
                          <a:solidFill>
                            <a:sysClr val="windowText" lastClr="000000"/>
                          </a:solidFill>
                        </a:rPr>
                        <a:t>, Panoramica e Applicazioni base</a:t>
                      </a:r>
                      <a:endParaRPr lang="it-IT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27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5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81305" cy="6858000"/>
          </a:xfrm>
          <a:custGeom>
            <a:avLst/>
            <a:gdLst/>
            <a:ahLst/>
            <a:cxnLst/>
            <a:rect l="l" t="t" r="r" b="b"/>
            <a:pathLst>
              <a:path w="381305" h="6858000">
                <a:moveTo>
                  <a:pt x="95326" y="0"/>
                </a:moveTo>
                <a:lnTo>
                  <a:pt x="381305" y="0"/>
                </a:lnTo>
                <a:lnTo>
                  <a:pt x="3813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83B01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0" y="6782105"/>
            <a:ext cx="2857500" cy="758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098" y="0"/>
            <a:ext cx="5238598" cy="6858000"/>
          </a:xfrm>
          <a:custGeom>
            <a:avLst/>
            <a:gdLst/>
            <a:ahLst/>
            <a:cxnLst/>
            <a:rect l="l" t="t" r="r" b="b"/>
            <a:pathLst>
              <a:path w="5238598" h="6858000">
                <a:moveTo>
                  <a:pt x="1309649" y="0"/>
                </a:moveTo>
                <a:lnTo>
                  <a:pt x="5238598" y="0"/>
                </a:lnTo>
                <a:lnTo>
                  <a:pt x="523859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78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 txBox="1"/>
          <p:nvPr/>
        </p:nvSpPr>
        <p:spPr>
          <a:xfrm>
            <a:off x="571500" y="1345082"/>
            <a:ext cx="695401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Microsoft 365: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Panoramica, Prodotti</a:t>
            </a:r>
            <a:endParaRPr lang="en-US" sz="45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Gestione Base</a:t>
            </a:r>
            <a:endParaRPr lang="en-US" sz="45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3288182"/>
            <a:ext cx="62682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 integrato per produttività, collaborazione e sicurezza nel cloud. Il punto di partenza verso l'amministrazione avanzata.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571500" y="4202582"/>
            <a:ext cx="6782105" cy="17675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05510" y="4431182"/>
            <a:ext cx="6134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Obiettivi del Modulo 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4478731"/>
            <a:ext cx="171907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7707" y="4774082"/>
            <a:ext cx="63441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Comprendere i servizi core (Exchange, OneDrive, Teams), navigare il portale amministrativo e gestire utenti e licenze.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57707" y="5421478"/>
            <a:ext cx="1466698" cy="323698"/>
          </a:xfrm>
          <a:prstGeom prst="roundRect">
            <a:avLst>
              <a:gd name="adj" fmla="val 166168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2"/>
          <p:cNvSpPr txBox="1"/>
          <p:nvPr/>
        </p:nvSpPr>
        <p:spPr>
          <a:xfrm>
            <a:off x="1258214" y="5421478"/>
            <a:ext cx="1125626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1F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Center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1009498" y="5514746"/>
            <a:ext cx="171907" cy="13350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494483" y="5421478"/>
            <a:ext cx="1399946" cy="323698"/>
          </a:xfrm>
          <a:prstGeom prst="roundRect">
            <a:avLst>
              <a:gd name="adj" fmla="val 166168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4"/>
          <p:cNvSpPr txBox="1"/>
          <p:nvPr/>
        </p:nvSpPr>
        <p:spPr>
          <a:xfrm>
            <a:off x="2894990" y="5421478"/>
            <a:ext cx="1057046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1F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Servizi Cloud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2646274" y="5514746"/>
            <a:ext cx="171907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063594" y="5421478"/>
            <a:ext cx="1028700" cy="323698"/>
          </a:xfrm>
          <a:prstGeom prst="roundRect">
            <a:avLst>
              <a:gd name="adj" fmla="val 166168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/>
          <p:cNvSpPr txBox="1"/>
          <p:nvPr/>
        </p:nvSpPr>
        <p:spPr>
          <a:xfrm>
            <a:off x="4444898" y="5421478"/>
            <a:ext cx="7050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1F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Licenze</a:t>
            </a:r>
            <a:endParaRPr lang="en-US" sz="10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4216298" y="5514746"/>
            <a:ext cx="152705" cy="13350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 t="-9" b="-9"/>
          <a:stretch/>
        </p:blipFill>
        <p:spPr>
          <a:xfrm>
            <a:off x="8058607" y="1969618"/>
            <a:ext cx="3725266" cy="2306117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 l="3003" r="3003"/>
          <a:stretch/>
        </p:blipFill>
        <p:spPr>
          <a:xfrm>
            <a:off x="8154162" y="2061109"/>
            <a:ext cx="3534156" cy="2115007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 l="-15" r="-15"/>
          <a:stretch/>
        </p:blipFill>
        <p:spPr>
          <a:xfrm>
            <a:off x="9084564" y="4316882"/>
            <a:ext cx="2499055" cy="657454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9308592" y="4415638"/>
            <a:ext cx="323698" cy="323698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rcRect l="-2910" r="-2910"/>
          <a:stretch/>
        </p:blipFill>
        <p:spPr>
          <a:xfrm>
            <a:off x="9411919" y="4514393"/>
            <a:ext cx="114300" cy="123444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9498787" y="4422038"/>
            <a:ext cx="323698" cy="323698"/>
          </a:xfrm>
          <a:prstGeom prst="ellipse">
            <a:avLst/>
          </a:prstGeom>
          <a:solidFill>
            <a:srgbClr val="6366F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597542" y="4520794"/>
            <a:ext cx="123444" cy="123444"/>
          </a:xfrm>
          <a:prstGeom prst="rect">
            <a:avLst/>
          </a:prstGeom>
        </p:spPr>
      </p:pic>
      <p:sp>
        <p:nvSpPr>
          <p:cNvPr id="33" name="Shape 19"/>
          <p:cNvSpPr/>
          <p:nvPr/>
        </p:nvSpPr>
        <p:spPr>
          <a:xfrm>
            <a:off x="9688982" y="4428439"/>
            <a:ext cx="323698" cy="323698"/>
          </a:xfrm>
          <a:prstGeom prst="ellipse">
            <a:avLst/>
          </a:prstGeom>
          <a:solidFill>
            <a:srgbClr val="93C5F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787738" y="4527194"/>
            <a:ext cx="123444" cy="123444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10152583" y="4425696"/>
            <a:ext cx="1267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Modulo 1</a:t>
            </a:r>
            <a:endParaRPr lang="en-US" sz="900" dirty="0"/>
          </a:p>
        </p:txBody>
      </p:sp>
      <p:sp>
        <p:nvSpPr>
          <p:cNvPr id="36" name="Text 21"/>
          <p:cNvSpPr txBox="1"/>
          <p:nvPr/>
        </p:nvSpPr>
        <p:spPr>
          <a:xfrm>
            <a:off x="10145268" y="4577486"/>
            <a:ext cx="12883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Panoramica M365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Shape 34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Shape 35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36"/>
          <p:cNvSpPr txBox="1"/>
          <p:nvPr/>
        </p:nvSpPr>
        <p:spPr>
          <a:xfrm>
            <a:off x="571500" y="105156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Programma Didattico</a:t>
            </a:r>
            <a:endParaRPr lang="en-US" sz="1000" dirty="0"/>
          </a:p>
        </p:txBody>
      </p:sp>
      <p:sp>
        <p:nvSpPr>
          <p:cNvPr id="57" name="Text 37"/>
          <p:cNvSpPr txBox="1"/>
          <p:nvPr/>
        </p:nvSpPr>
        <p:spPr>
          <a:xfrm>
            <a:off x="571500" y="333756"/>
            <a:ext cx="6143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Obiettivi e Agenda del Corso</a:t>
            </a:r>
            <a:endParaRPr lang="en-US" sz="2700" dirty="0"/>
          </a:p>
        </p:txBody>
      </p:sp>
      <p:pic>
        <p:nvPicPr>
          <p:cNvPr id="58" name="Image 18" descr="preencoded.png"/>
          <p:cNvPicPr>
            <a:picLocks noChangeAspect="1"/>
          </p:cNvPicPr>
          <p:nvPr/>
        </p:nvPicPr>
        <p:blipFill>
          <a:blip r:embed="rId3"/>
          <a:srcRect t="-39" b="-39"/>
          <a:stretch/>
        </p:blipFill>
        <p:spPr>
          <a:xfrm>
            <a:off x="8249717" y="219456"/>
            <a:ext cx="1588313" cy="381305"/>
          </a:xfrm>
          <a:prstGeom prst="rect">
            <a:avLst/>
          </a:prstGeom>
        </p:spPr>
      </p:pic>
      <p:pic>
        <p:nvPicPr>
          <p:cNvPr id="59" name="Image 1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01507" y="333756"/>
            <a:ext cx="152705" cy="152705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8630107" y="219456"/>
            <a:ext cx="11146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Totale: 40 Ore</a:t>
            </a:r>
            <a:endParaRPr lang="en-US" sz="1200" dirty="0"/>
          </a:p>
        </p:txBody>
      </p:sp>
      <p:sp>
        <p:nvSpPr>
          <p:cNvPr id="61" name="Shape 39"/>
          <p:cNvSpPr/>
          <p:nvPr/>
        </p:nvSpPr>
        <p:spPr>
          <a:xfrm>
            <a:off x="9989820" y="219456"/>
            <a:ext cx="1638605" cy="381305"/>
          </a:xfrm>
          <a:prstGeom prst="roundRect">
            <a:avLst>
              <a:gd name="adj" fmla="val 47962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40"/>
          <p:cNvSpPr txBox="1"/>
          <p:nvPr/>
        </p:nvSpPr>
        <p:spPr>
          <a:xfrm>
            <a:off x="10371125" y="219456"/>
            <a:ext cx="132313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B.F. 2025/2027 </a:t>
            </a:r>
            <a:endParaRPr lang="en-US" sz="1200" dirty="0"/>
          </a:p>
        </p:txBody>
      </p:sp>
      <p:pic>
        <p:nvPicPr>
          <p:cNvPr id="63" name="Image 2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142525" y="333756"/>
            <a:ext cx="152705" cy="152705"/>
          </a:xfrm>
          <a:prstGeom prst="rect">
            <a:avLst/>
          </a:prstGeom>
        </p:spPr>
      </p:pic>
      <p:pic>
        <p:nvPicPr>
          <p:cNvPr id="65" name="Immagine 64">
            <a:extLst>
              <a:ext uri="{FF2B5EF4-FFF2-40B4-BE49-F238E27FC236}">
                <a16:creationId xmlns:a16="http://schemas.microsoft.com/office/drawing/2014/main" id="{99627ED9-E0DC-3473-4649-A10F2249F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949" y="1380743"/>
            <a:ext cx="10782101" cy="49674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638544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028700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200607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1314907"/>
            <a:ext cx="200254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200607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Exchange Online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1478585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Posta elettronica aziendale, calendari condivisi e gestione dei contatti sincronizzati su tutti i dispositivi.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202790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374697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507" b="-507"/>
          <a:stretch/>
        </p:blipFill>
        <p:spPr>
          <a:xfrm>
            <a:off x="833018" y="2488997"/>
            <a:ext cx="247802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374697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Teams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265267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Hub centrale per la collaborazione: chat, riunioni video, chiamate e lavoro di gruppo in tempo reale.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377794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354878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507" b="-507"/>
          <a:stretch/>
        </p:blipFill>
        <p:spPr>
          <a:xfrm>
            <a:off x="833018" y="3663086"/>
            <a:ext cx="247802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354878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OneDrive for Business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382676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TB di spazio cloud personale per archiviare, sincronizzare e condividere i propri file in sicurezza.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4551883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4723790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1328" b="-1328"/>
          <a:stretch/>
        </p:blipFill>
        <p:spPr>
          <a:xfrm>
            <a:off x="847649" y="4838090"/>
            <a:ext cx="219456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4723790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SharePoint Online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001768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Piattaforma per creare siti di team, intranet aziendali e gestire documenti e contenuti condivisi.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71500" y="5725973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743407" y="5897880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t="-964" b="-964"/>
          <a:stretch/>
        </p:blipFill>
        <p:spPr>
          <a:xfrm>
            <a:off x="871423" y="6012180"/>
            <a:ext cx="171907" cy="20025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43254" y="5897880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Platform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343254" y="6175858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Strumenti low-code per analizzare dati (Power BI), creare app (Apps) e automatizzare processi (Automate).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639105" y="742493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4"/>
          <p:cNvSpPr/>
          <p:nvPr/>
        </p:nvSpPr>
        <p:spPr>
          <a:xfrm>
            <a:off x="9239098" y="4519879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5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26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7"/>
          <p:cNvSpPr txBox="1"/>
          <p:nvPr/>
        </p:nvSpPr>
        <p:spPr>
          <a:xfrm>
            <a:off x="571500" y="0"/>
            <a:ext cx="3419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Suite di Produttività Cloud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71500" y="228600"/>
            <a:ext cx="42300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Cos'è Microsoft 365</a:t>
            </a:r>
            <a:endParaRPr lang="en-US" sz="2700" dirty="0"/>
          </a:p>
        </p:txBody>
      </p:sp>
      <p:sp>
        <p:nvSpPr>
          <p:cNvPr id="36" name="Shape 29"/>
          <p:cNvSpPr/>
          <p:nvPr/>
        </p:nvSpPr>
        <p:spPr>
          <a:xfrm>
            <a:off x="9507931" y="123444"/>
            <a:ext cx="2115007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9708185" y="228600"/>
            <a:ext cx="190195" cy="15270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013594" y="123444"/>
            <a:ext cx="14676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 Integrato</a:t>
            </a:r>
            <a:endParaRPr lang="en-US" sz="10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24398" y="2168957"/>
            <a:ext cx="5695798" cy="4547311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6029554" y="2274113"/>
            <a:ext cx="5486400" cy="286207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6172200" y="2369210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32"/>
          <p:cNvSpPr/>
          <p:nvPr/>
        </p:nvSpPr>
        <p:spPr>
          <a:xfrm>
            <a:off x="6324905" y="2369210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3"/>
          <p:cNvSpPr/>
          <p:nvPr/>
        </p:nvSpPr>
        <p:spPr>
          <a:xfrm>
            <a:off x="6476695" y="2369210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4"/>
          <p:cNvSpPr/>
          <p:nvPr/>
        </p:nvSpPr>
        <p:spPr>
          <a:xfrm>
            <a:off x="6724498" y="2302459"/>
            <a:ext cx="3467405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35"/>
          <p:cNvSpPr txBox="1"/>
          <p:nvPr/>
        </p:nvSpPr>
        <p:spPr>
          <a:xfrm>
            <a:off x="7019849" y="2302459"/>
            <a:ext cx="3247949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www.office.com </a:t>
            </a:r>
            <a:endParaRPr lang="en-US" sz="9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838798" y="2360066"/>
            <a:ext cx="105156" cy="114300"/>
          </a:xfrm>
          <a:prstGeom prst="rect">
            <a:avLst/>
          </a:prstGeom>
        </p:spPr>
      </p:pic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rcRect l="-5" r="-5"/>
          <a:stretch/>
        </p:blipFill>
        <p:spPr>
          <a:xfrm>
            <a:off x="6029554" y="2606954"/>
            <a:ext cx="5486400" cy="4022446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6029554" y="2606954"/>
            <a:ext cx="476402" cy="3047695"/>
          </a:xfrm>
          <a:prstGeom prst="roundRect">
            <a:avLst>
              <a:gd name="adj" fmla="val 3071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9" name="Shape 37"/>
          <p:cNvSpPr/>
          <p:nvPr/>
        </p:nvSpPr>
        <p:spPr>
          <a:xfrm>
            <a:off x="6496812" y="2606954"/>
            <a:ext cx="9144" cy="3047695"/>
          </a:xfrm>
          <a:prstGeom prst="roundRect">
            <a:avLst>
              <a:gd name="adj" fmla="val 1600000"/>
            </a:avLst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176772" y="2750515"/>
            <a:ext cx="171907" cy="171907"/>
          </a:xfrm>
          <a:prstGeom prst="rect">
            <a:avLst/>
          </a:prstGeom>
        </p:spPr>
      </p:pic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rcRect l="-48582" r="-48582"/>
          <a:stretch/>
        </p:blipFill>
        <p:spPr>
          <a:xfrm>
            <a:off x="6034126" y="3064154"/>
            <a:ext cx="381305" cy="171907"/>
          </a:xfrm>
          <a:prstGeom prst="rect">
            <a:avLst/>
          </a:prstGeom>
        </p:spPr>
      </p:pic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rcRect l="-760" r="-760"/>
          <a:stretch/>
        </p:blipFill>
        <p:spPr>
          <a:xfrm>
            <a:off x="6186830" y="3378708"/>
            <a:ext cx="152705" cy="171907"/>
          </a:xfrm>
          <a:prstGeom prst="rect">
            <a:avLst/>
          </a:prstGeom>
        </p:spPr>
      </p:pic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176772" y="3693262"/>
            <a:ext cx="171907" cy="171907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6696151" y="2798064"/>
            <a:ext cx="4743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Buongiorno, Studente</a:t>
            </a:r>
            <a:endParaRPr lang="en-US" sz="1500" dirty="0"/>
          </a:p>
        </p:txBody>
      </p:sp>
      <p:sp>
        <p:nvSpPr>
          <p:cNvPr id="55" name="Text 39"/>
          <p:cNvSpPr txBox="1"/>
          <p:nvPr/>
        </p:nvSpPr>
        <p:spPr>
          <a:xfrm>
            <a:off x="6696151" y="3064154"/>
            <a:ext cx="4743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Ecco le tue app principali</a:t>
            </a:r>
            <a:endParaRPr lang="en-US" sz="1000" dirty="0"/>
          </a:p>
        </p:txBody>
      </p:sp>
      <p:sp>
        <p:nvSpPr>
          <p:cNvPr id="56" name="Shape 40"/>
          <p:cNvSpPr/>
          <p:nvPr/>
        </p:nvSpPr>
        <p:spPr>
          <a:xfrm>
            <a:off x="6696151" y="3598164"/>
            <a:ext cx="1447495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267651" y="3749954"/>
            <a:ext cx="304495" cy="304495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7144207" y="4055364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</a:t>
            </a:r>
            <a:endParaRPr lang="en-US" sz="900" dirty="0"/>
          </a:p>
        </p:txBody>
      </p:sp>
      <p:sp>
        <p:nvSpPr>
          <p:cNvPr id="59" name="Shape 42"/>
          <p:cNvSpPr/>
          <p:nvPr/>
        </p:nvSpPr>
        <p:spPr>
          <a:xfrm>
            <a:off x="8287207" y="3598164"/>
            <a:ext cx="1447495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8"/>
          <a:srcRect l="-90" r="-90"/>
          <a:stretch/>
        </p:blipFill>
        <p:spPr>
          <a:xfrm>
            <a:off x="8820302" y="3749954"/>
            <a:ext cx="381305" cy="304495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780069" y="4055364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endParaRPr lang="en-US" sz="900" dirty="0"/>
          </a:p>
        </p:txBody>
      </p:sp>
      <p:sp>
        <p:nvSpPr>
          <p:cNvPr id="62" name="Shape 44"/>
          <p:cNvSpPr/>
          <p:nvPr/>
        </p:nvSpPr>
        <p:spPr>
          <a:xfrm>
            <a:off x="9877349" y="3598164"/>
            <a:ext cx="1447495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9"/>
          <a:srcRect l="-90" r="-90"/>
          <a:stretch/>
        </p:blipFill>
        <p:spPr>
          <a:xfrm>
            <a:off x="10410444" y="3749954"/>
            <a:ext cx="381305" cy="30449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0286086" y="4055364"/>
            <a:ext cx="638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</a:t>
            </a:r>
            <a:endParaRPr lang="en-US" sz="900" dirty="0"/>
          </a:p>
        </p:txBody>
      </p:sp>
      <p:sp>
        <p:nvSpPr>
          <p:cNvPr id="65" name="Shape 46"/>
          <p:cNvSpPr/>
          <p:nvPr/>
        </p:nvSpPr>
        <p:spPr>
          <a:xfrm>
            <a:off x="6696151" y="4533595"/>
            <a:ext cx="1447495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20"/>
          <a:srcRect l="-50" r="-50"/>
          <a:stretch/>
        </p:blipFill>
        <p:spPr>
          <a:xfrm>
            <a:off x="7306056" y="4685386"/>
            <a:ext cx="228600" cy="304495"/>
          </a:xfrm>
          <a:prstGeom prst="rect">
            <a:avLst/>
          </a:prstGeom>
        </p:spPr>
      </p:pic>
      <p:sp>
        <p:nvSpPr>
          <p:cNvPr id="67" name="Text 47"/>
          <p:cNvSpPr txBox="1"/>
          <p:nvPr/>
        </p:nvSpPr>
        <p:spPr>
          <a:xfrm>
            <a:off x="7222846" y="4990795"/>
            <a:ext cx="400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</a:t>
            </a:r>
            <a:endParaRPr lang="en-US" sz="900" dirty="0"/>
          </a:p>
        </p:txBody>
      </p:sp>
      <p:sp>
        <p:nvSpPr>
          <p:cNvPr id="68" name="Shape 48"/>
          <p:cNvSpPr/>
          <p:nvPr/>
        </p:nvSpPr>
        <p:spPr>
          <a:xfrm>
            <a:off x="8287207" y="4533595"/>
            <a:ext cx="1447495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9" name="Image 18" descr="preencoded.png"/>
          <p:cNvPicPr>
            <a:picLocks noChangeAspect="1"/>
          </p:cNvPicPr>
          <p:nvPr/>
        </p:nvPicPr>
        <p:blipFill>
          <a:blip r:embed="rId21"/>
          <a:srcRect l="-50" r="-50"/>
          <a:stretch/>
        </p:blipFill>
        <p:spPr>
          <a:xfrm>
            <a:off x="8896198" y="4685386"/>
            <a:ext cx="228600" cy="304495"/>
          </a:xfrm>
          <a:prstGeom prst="rect">
            <a:avLst/>
          </a:prstGeom>
        </p:spPr>
      </p:pic>
      <p:sp>
        <p:nvSpPr>
          <p:cNvPr id="70" name="Text 49"/>
          <p:cNvSpPr txBox="1"/>
          <p:nvPr/>
        </p:nvSpPr>
        <p:spPr>
          <a:xfrm>
            <a:off x="8822131" y="4990795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900" dirty="0"/>
          </a:p>
        </p:txBody>
      </p:sp>
      <p:sp>
        <p:nvSpPr>
          <p:cNvPr id="71" name="Shape 50"/>
          <p:cNvSpPr/>
          <p:nvPr/>
        </p:nvSpPr>
        <p:spPr>
          <a:xfrm>
            <a:off x="9877349" y="4533595"/>
            <a:ext cx="1447495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22"/>
          <a:srcRect l="-50" r="-50"/>
          <a:stretch/>
        </p:blipFill>
        <p:spPr>
          <a:xfrm>
            <a:off x="10487254" y="4685386"/>
            <a:ext cx="228600" cy="304495"/>
          </a:xfrm>
          <a:prstGeom prst="rect">
            <a:avLst/>
          </a:prstGeom>
        </p:spPr>
      </p:pic>
      <p:sp>
        <p:nvSpPr>
          <p:cNvPr id="73" name="Text 51"/>
          <p:cNvSpPr txBox="1"/>
          <p:nvPr/>
        </p:nvSpPr>
        <p:spPr>
          <a:xfrm>
            <a:off x="10212019" y="4990795"/>
            <a:ext cx="7836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PowerPoint</a:t>
            </a:r>
            <a:endParaRPr lang="en-US" sz="900" dirty="0"/>
          </a:p>
        </p:txBody>
      </p:sp>
      <p:sp>
        <p:nvSpPr>
          <p:cNvPr id="74" name="Text 52"/>
          <p:cNvSpPr txBox="1"/>
          <p:nvPr/>
        </p:nvSpPr>
        <p:spPr>
          <a:xfrm>
            <a:off x="6696151" y="5554066"/>
            <a:ext cx="4743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Recenti</a:t>
            </a:r>
            <a:endParaRPr lang="en-US" sz="1000" dirty="0"/>
          </a:p>
        </p:txBody>
      </p:sp>
      <p:sp>
        <p:nvSpPr>
          <p:cNvPr id="75" name="Shape 53"/>
          <p:cNvSpPr/>
          <p:nvPr/>
        </p:nvSpPr>
        <p:spPr>
          <a:xfrm>
            <a:off x="6696151" y="5821070"/>
            <a:ext cx="4629607" cy="476402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6" name="Image 20" descr="preencoded.png"/>
          <p:cNvPicPr>
            <a:picLocks noChangeAspect="1"/>
          </p:cNvPicPr>
          <p:nvPr/>
        </p:nvPicPr>
        <p:blipFill>
          <a:blip r:embed="rId23"/>
          <a:srcRect t="-100" b="-100"/>
          <a:stretch/>
        </p:blipFill>
        <p:spPr>
          <a:xfrm>
            <a:off x="6782105" y="5982919"/>
            <a:ext cx="114300" cy="152705"/>
          </a:xfrm>
          <a:prstGeom prst="rect">
            <a:avLst/>
          </a:prstGeom>
        </p:spPr>
      </p:pic>
      <p:sp>
        <p:nvSpPr>
          <p:cNvPr id="77" name="Text 54"/>
          <p:cNvSpPr txBox="1"/>
          <p:nvPr/>
        </p:nvSpPr>
        <p:spPr>
          <a:xfrm>
            <a:off x="7010705" y="5907024"/>
            <a:ext cx="4343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Tesi_Finale_Draft.docx</a:t>
            </a:r>
            <a:endParaRPr lang="en-US" sz="900" dirty="0"/>
          </a:p>
        </p:txBody>
      </p:sp>
      <p:sp>
        <p:nvSpPr>
          <p:cNvPr id="78" name="Text 55"/>
          <p:cNvSpPr txBox="1"/>
          <p:nvPr/>
        </p:nvSpPr>
        <p:spPr>
          <a:xfrm>
            <a:off x="7010705" y="6058814"/>
            <a:ext cx="4343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 2 ore fa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4762195" cy="4762195"/>
          </a:xfrm>
          <a:prstGeom prst="ellipse">
            <a:avLst/>
          </a:prstGeom>
          <a:solidFill>
            <a:srgbClr val="E3F2FD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-952805" y="3524098"/>
            <a:ext cx="4286707" cy="4286707"/>
          </a:xfrm>
          <a:prstGeom prst="ellipse">
            <a:avLst/>
          </a:prstGeom>
          <a:solidFill>
            <a:srgbClr val="E8F5E9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333195" y="1571854"/>
            <a:ext cx="4619549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333195" y="1571854"/>
            <a:ext cx="4619549" cy="57607"/>
          </a:xfrm>
          <a:prstGeom prst="roundRect">
            <a:avLst>
              <a:gd name="adj" fmla="val 82816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600200" y="1895551"/>
            <a:ext cx="533095" cy="295351"/>
          </a:xfrm>
          <a:prstGeom prst="roundRect">
            <a:avLst>
              <a:gd name="adj" fmla="val 119844"/>
            </a:avLst>
          </a:prstGeom>
          <a:solidFill>
            <a:srgbClr val="EF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775" r="-775"/>
          <a:stretch/>
        </p:blipFill>
        <p:spPr>
          <a:xfrm>
            <a:off x="1709928" y="1919326"/>
            <a:ext cx="314554" cy="2478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2381098"/>
            <a:ext cx="42007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Supporta smart working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809951"/>
            <a:ext cx="41632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Abilita il lavoro flessibile e ibrido, permettendo ai dipendenti di accedere a file, chat e riunioni da qualsiasi luogo e dispositivo in sicurezza.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8951" y="1571854"/>
            <a:ext cx="4619549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6238951" y="1571854"/>
            <a:ext cx="4619549" cy="57607"/>
          </a:xfrm>
          <a:prstGeom prst="roundRect">
            <a:avLst>
              <a:gd name="adj" fmla="val 82816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6505956" y="1895551"/>
            <a:ext cx="533095" cy="295351"/>
          </a:xfrm>
          <a:prstGeom prst="roundRect">
            <a:avLst>
              <a:gd name="adj" fmla="val 119844"/>
            </a:avLst>
          </a:prstGeom>
          <a:solidFill>
            <a:srgbClr val="FDF3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48602" y="1919326"/>
            <a:ext cx="247802" cy="2478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505956" y="2381098"/>
            <a:ext cx="42007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Riduce problemi email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505956" y="2809951"/>
            <a:ext cx="41632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Sostituisce lo scambio di pesanti allegati con link sicuri a documenti cloud, eliminando versioni obsolete e duplicati nelle caselle di posta.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333195" y="4048049"/>
            <a:ext cx="4619549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1333195" y="4048049"/>
            <a:ext cx="4619549" cy="57607"/>
          </a:xfrm>
          <a:prstGeom prst="roundRect">
            <a:avLst>
              <a:gd name="adj" fmla="val 82816"/>
            </a:avLst>
          </a:prstGeom>
          <a:solidFill>
            <a:srgbClr val="038387"/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1600200" y="4371746"/>
            <a:ext cx="533095" cy="295351"/>
          </a:xfrm>
          <a:prstGeom prst="roundRect">
            <a:avLst>
              <a:gd name="adj" fmla="val 119844"/>
            </a:avLst>
          </a:prstGeom>
          <a:solidFill>
            <a:srgbClr val="E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742846" y="4395521"/>
            <a:ext cx="247802" cy="2478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00200" y="4858207"/>
            <a:ext cx="42007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Garantisce sicurezza dati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5286146"/>
            <a:ext cx="41632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Protegge le informazioni aziendali con controlli avanzati su identità, accessi e conformità normativa, riducendo rischi di data breach.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38951" y="4048049"/>
            <a:ext cx="4619549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6238951" y="4048049"/>
            <a:ext cx="4619549" cy="57607"/>
          </a:xfrm>
          <a:prstGeom prst="roundRect">
            <a:avLst>
              <a:gd name="adj" fmla="val 82816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6505956" y="4371746"/>
            <a:ext cx="533095" cy="295351"/>
          </a:xfrm>
          <a:prstGeom prst="roundRect">
            <a:avLst>
              <a:gd name="adj" fmla="val 119844"/>
            </a:avLst>
          </a:prstGeom>
          <a:solidFill>
            <a:srgbClr val="EFE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775" r="-775"/>
          <a:stretch/>
        </p:blipFill>
        <p:spPr>
          <a:xfrm>
            <a:off x="6614770" y="4395521"/>
            <a:ext cx="314554" cy="2478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505956" y="4858207"/>
            <a:ext cx="42007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Collaborazione real-time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505956" y="5286146"/>
            <a:ext cx="41632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Consente a più persone di lavorare contemporaneamente sullo stesso file (co-authoring), migliorando la produttività e la velocità dei team.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5"/>
          <p:cNvSpPr txBox="1"/>
          <p:nvPr/>
        </p:nvSpPr>
        <p:spPr>
          <a:xfrm>
            <a:off x="571500" y="135331"/>
            <a:ext cx="7534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90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Valore Aziendale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571500" y="369418"/>
            <a:ext cx="849386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Perché le aziende usano Microsoft 365</a:t>
            </a:r>
            <a:endParaRPr lang="en-US" sz="28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334902" y="381305"/>
            <a:ext cx="286207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429207" y="1333195"/>
            <a:ext cx="2857500" cy="923544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429207" y="1333195"/>
            <a:ext cx="47549" cy="923544"/>
          </a:xfrm>
          <a:prstGeom prst="roundRect">
            <a:avLst>
              <a:gd name="adj" fmla="val 158604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1714500" y="1680667"/>
            <a:ext cx="286207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43354" y="1476756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Cloud-First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43354" y="1723644"/>
            <a:ext cx="19815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Dalle licenze locali all'abbonamento cloud.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7098" y="1333195"/>
            <a:ext cx="2857500" cy="923544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667098" y="1333195"/>
            <a:ext cx="47549" cy="923544"/>
          </a:xfrm>
          <a:prstGeom prst="roundRect">
            <a:avLst>
              <a:gd name="adj" fmla="val 158604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4970678" y="1680667"/>
            <a:ext cx="2862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17820" y="1476756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Collaborazione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17820" y="1723644"/>
            <a:ext cx="195224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 lavoro individuale a co-authoring.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05902" y="1333195"/>
            <a:ext cx="2857500" cy="923544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905902" y="1333195"/>
            <a:ext cx="47549" cy="923544"/>
          </a:xfrm>
          <a:prstGeom prst="roundRect">
            <a:avLst>
              <a:gd name="adj" fmla="val 158604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8195767" y="1680667"/>
            <a:ext cx="286207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29193" y="1476756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Intelligenza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629193" y="1723644"/>
            <a:ext cx="19815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 strumenti passivi a assistenti AI attivi.</a:t>
            </a:r>
            <a:endParaRPr lang="en-US" sz="1000" dirty="0"/>
          </a:p>
        </p:txBody>
      </p:sp>
      <p:sp>
        <p:nvSpPr>
          <p:cNvPr id="53" name="Shape 3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Shape 36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37"/>
          <p:cNvSpPr txBox="1"/>
          <p:nvPr/>
        </p:nvSpPr>
        <p:spPr>
          <a:xfrm>
            <a:off x="571500" y="152705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Evoluzione del Cloud</a:t>
            </a:r>
            <a:endParaRPr lang="en-US" sz="1000" dirty="0"/>
          </a:p>
        </p:txBody>
      </p:sp>
      <p:sp>
        <p:nvSpPr>
          <p:cNvPr id="56" name="Text 38"/>
          <p:cNvSpPr txBox="1"/>
          <p:nvPr/>
        </p:nvSpPr>
        <p:spPr>
          <a:xfrm>
            <a:off x="571500" y="381305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Storia di Microsoft 365</a:t>
            </a:r>
            <a:endParaRPr lang="en-US" sz="2700" dirty="0"/>
          </a:p>
        </p:txBody>
      </p:sp>
      <p:sp>
        <p:nvSpPr>
          <p:cNvPr id="57" name="Shape 39"/>
          <p:cNvSpPr/>
          <p:nvPr/>
        </p:nvSpPr>
        <p:spPr>
          <a:xfrm>
            <a:off x="10378440" y="276149"/>
            <a:ext cx="12481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8694" y="381305"/>
            <a:ext cx="152705" cy="152705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10844784" y="276149"/>
            <a:ext cx="6382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Timeline</a:t>
            </a:r>
            <a:endParaRPr lang="en-US" sz="1000" dirty="0"/>
          </a:p>
        </p:txBody>
      </p:sp>
      <p:pic>
        <p:nvPicPr>
          <p:cNvPr id="61" name="Immagine 60">
            <a:extLst>
              <a:ext uri="{FF2B5EF4-FFF2-40B4-BE49-F238E27FC236}">
                <a16:creationId xmlns:a16="http://schemas.microsoft.com/office/drawing/2014/main" id="{9727D27D-7686-D92C-B123-69FEC86BD8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930" y="3508911"/>
            <a:ext cx="10152139" cy="2396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191902" y="457200"/>
            <a:ext cx="1904695" cy="1904695"/>
          </a:xfrm>
          <a:prstGeom prst="ellipse">
            <a:avLst/>
          </a:prstGeom>
          <a:solidFill>
            <a:srgbClr val="CFE6F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307178" y="6770218"/>
            <a:ext cx="1429207" cy="1429207"/>
          </a:xfrm>
          <a:prstGeom prst="roundRect">
            <a:avLst>
              <a:gd name="adj" fmla="val 853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647395"/>
            <a:ext cx="12191695" cy="61722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71500" y="933603"/>
            <a:ext cx="4647895" cy="132405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71500" y="933602"/>
            <a:ext cx="47549" cy="1638605"/>
          </a:xfrm>
          <a:prstGeom prst="roundRect">
            <a:avLst>
              <a:gd name="adj" fmla="val 13416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809244" y="1123798"/>
            <a:ext cx="428854" cy="428854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909828" y="1248156"/>
            <a:ext cx="228600" cy="18105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0005" y="1104595"/>
            <a:ext cx="3734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Utenti Massiva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410005" y="1318565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345+ Milioni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0005" y="1602943"/>
            <a:ext cx="36960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Numero di utenti attivi mensili che si affidano alla piattaforma per le attività quotidiane, con una crescita costante a doppia cifra anno su anno, trainata dal lavoro ibrido.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1500" y="2335275"/>
            <a:ext cx="4647895" cy="132405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571500" y="2335274"/>
            <a:ext cx="47549" cy="1638605"/>
          </a:xfrm>
          <a:prstGeom prst="roundRect">
            <a:avLst>
              <a:gd name="adj" fmla="val 13416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809244" y="2526384"/>
            <a:ext cx="428854" cy="428854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856" b="-856"/>
          <a:stretch/>
        </p:blipFill>
        <p:spPr>
          <a:xfrm>
            <a:off x="957377" y="2649828"/>
            <a:ext cx="133502" cy="18105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10005" y="2507181"/>
            <a:ext cx="3734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Diffusione Aziendale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410005" y="2720237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1+ Milione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410005" y="3005529"/>
            <a:ext cx="36960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Organizzazioni di ogni settore e dimensione, dalle startup innovative alle multinazionali Fortune 500, hanno scelto M365 come spina dorsale della loro infrastruttura digitale.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71500" y="3796590"/>
            <a:ext cx="4647895" cy="132405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571500" y="3796589"/>
            <a:ext cx="47549" cy="1638605"/>
          </a:xfrm>
          <a:prstGeom prst="roundRect">
            <a:avLst>
              <a:gd name="adj" fmla="val 13416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9"/>
          <p:cNvSpPr/>
          <p:nvPr/>
        </p:nvSpPr>
        <p:spPr>
          <a:xfrm>
            <a:off x="809244" y="3986785"/>
            <a:ext cx="428854" cy="428854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4110229"/>
            <a:ext cx="181051" cy="181051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410005" y="3967582"/>
            <a:ext cx="3734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Copertura Globale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410005" y="4181552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190+ Paesi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1410005" y="4465930"/>
            <a:ext cx="36960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Presenza capillare in tutto il mondo con supporto nativo per oltre 100 lingue, garantendo accessibilità, conformità normativa locale e data residency in ogni regione.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83388" y="5257344"/>
            <a:ext cx="4647895" cy="132405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583388" y="5257343"/>
            <a:ext cx="47549" cy="1638605"/>
          </a:xfrm>
          <a:prstGeom prst="roundRect">
            <a:avLst>
              <a:gd name="adj" fmla="val 13416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5"/>
          <p:cNvSpPr/>
          <p:nvPr/>
        </p:nvSpPr>
        <p:spPr>
          <a:xfrm>
            <a:off x="821132" y="5447538"/>
            <a:ext cx="428854" cy="428854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l="-1403" r="-1403"/>
          <a:stretch/>
        </p:blipFill>
        <p:spPr>
          <a:xfrm>
            <a:off x="930860" y="5571897"/>
            <a:ext cx="209398" cy="181051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421893" y="5429250"/>
            <a:ext cx="3734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Dominio di Mercato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1421893" y="5642306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85% Share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421893" y="5927598"/>
            <a:ext cx="36960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standard de facto per la produttività aziendale, superando i competitor grazie all'integrazione profonda tra app desktop, servizi cloud e sicurezza enterprise.</a:t>
            </a:r>
            <a:endParaRPr lang="en-US" sz="10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5608015" y="930147"/>
            <a:ext cx="6027725" cy="495330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617159" y="940205"/>
            <a:ext cx="6010351" cy="657454"/>
          </a:xfrm>
          <a:prstGeom prst="roundRect">
            <a:avLst>
              <a:gd name="adj" fmla="val 32251"/>
            </a:avLst>
          </a:prstGeom>
          <a:solidFill>
            <a:srgbClr val="FBFBF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Shape 30"/>
          <p:cNvSpPr/>
          <p:nvPr/>
        </p:nvSpPr>
        <p:spPr>
          <a:xfrm>
            <a:off x="5617159" y="1588515"/>
            <a:ext cx="6010351" cy="9144"/>
          </a:xfrm>
          <a:prstGeom prst="roundRect">
            <a:avLst>
              <a:gd name="adj" fmla="val 2318841"/>
            </a:avLst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1"/>
          <p:cNvSpPr txBox="1"/>
          <p:nvPr/>
        </p:nvSpPr>
        <p:spPr>
          <a:xfrm>
            <a:off x="5930798" y="1134058"/>
            <a:ext cx="197510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M365 Usage Insights 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10612526" y="1130400"/>
            <a:ext cx="780898" cy="267005"/>
          </a:xfrm>
          <a:prstGeom prst="roundRect">
            <a:avLst>
              <a:gd name="adj" fmla="val 24461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3"/>
          <p:cNvSpPr txBox="1"/>
          <p:nvPr/>
        </p:nvSpPr>
        <p:spPr>
          <a:xfrm>
            <a:off x="10724996" y="1192121"/>
            <a:ext cx="8385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Data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 t="-1" b="-1"/>
          <a:stretch/>
        </p:blipFill>
        <p:spPr>
          <a:xfrm>
            <a:off x="5617159" y="1589429"/>
            <a:ext cx="6008522" cy="5039971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5854903" y="1828087"/>
            <a:ext cx="2676449" cy="1238098"/>
          </a:xfrm>
          <a:prstGeom prst="roundRect">
            <a:avLst>
              <a:gd name="adj" fmla="val 6817"/>
            </a:avLst>
          </a:prstGeom>
          <a:solidFill>
            <a:srgbClr val="0078D4"/>
          </a:solidFill>
          <a:ln w="12700">
            <a:solidFill>
              <a:srgbClr val="F3F2F1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Text 35"/>
          <p:cNvSpPr txBox="1"/>
          <p:nvPr/>
        </p:nvSpPr>
        <p:spPr>
          <a:xfrm>
            <a:off x="6055156" y="2027427"/>
            <a:ext cx="23682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Active Users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6055156" y="2287116"/>
            <a:ext cx="2368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345M+</a:t>
            </a:r>
            <a:endParaRPr lang="en-US" sz="2600" dirty="0"/>
          </a:p>
        </p:txBody>
      </p:sp>
      <p:sp>
        <p:nvSpPr>
          <p:cNvPr id="45" name="Text 37"/>
          <p:cNvSpPr txBox="1"/>
          <p:nvPr/>
        </p:nvSpPr>
        <p:spPr>
          <a:xfrm>
            <a:off x="6270040" y="2669335"/>
            <a:ext cx="2153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+15% Year over Year </a:t>
            </a:r>
            <a:endParaRPr lang="en-US" sz="10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 t="-2644" b="-2644"/>
          <a:stretch/>
        </p:blipFill>
        <p:spPr>
          <a:xfrm>
            <a:off x="6055156" y="2694939"/>
            <a:ext cx="142646" cy="133502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8716975" y="1828087"/>
            <a:ext cx="2676449" cy="1238098"/>
          </a:xfrm>
          <a:prstGeom prst="roundRect">
            <a:avLst>
              <a:gd name="adj" fmla="val 6817"/>
            </a:avLst>
          </a:prstGeom>
          <a:solidFill>
            <a:srgbClr val="FFFFFF"/>
          </a:solidFill>
          <a:ln w="12700">
            <a:solidFill>
              <a:srgbClr val="F3F2F1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8" name="Text 39"/>
          <p:cNvSpPr txBox="1"/>
          <p:nvPr/>
        </p:nvSpPr>
        <p:spPr>
          <a:xfrm>
            <a:off x="8916314" y="2027427"/>
            <a:ext cx="23682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 Daily Users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8916314" y="2287116"/>
            <a:ext cx="2368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300M</a:t>
            </a:r>
            <a:endParaRPr lang="en-US" sz="2600" dirty="0"/>
          </a:p>
        </p:txBody>
      </p:sp>
      <p:sp>
        <p:nvSpPr>
          <p:cNvPr id="50" name="Text 41"/>
          <p:cNvSpPr txBox="1"/>
          <p:nvPr/>
        </p:nvSpPr>
        <p:spPr>
          <a:xfrm>
            <a:off x="8916314" y="2669335"/>
            <a:ext cx="23682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Meeting, Chat &amp; Call activity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5854903" y="3254551"/>
            <a:ext cx="5533949" cy="2324405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F3F2F1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2" name="Text 43"/>
          <p:cNvSpPr txBox="1"/>
          <p:nvPr/>
        </p:nvSpPr>
        <p:spPr>
          <a:xfrm>
            <a:off x="6083503" y="3426459"/>
            <a:ext cx="2267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Trend di Crescita (2021-2026)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10649102" y="3407256"/>
            <a:ext cx="514807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45"/>
          <p:cNvSpPr txBox="1"/>
          <p:nvPr/>
        </p:nvSpPr>
        <p:spPr>
          <a:xfrm>
            <a:off x="10649102" y="3407256"/>
            <a:ext cx="571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Milioni</a:t>
            </a:r>
            <a:endParaRPr lang="en-US" sz="900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rcRect l="-2" r="-2"/>
          <a:stretch/>
        </p:blipFill>
        <p:spPr>
          <a:xfrm>
            <a:off x="6007608" y="3711751"/>
            <a:ext cx="5229454" cy="1714500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5854903" y="5769151"/>
            <a:ext cx="5533949" cy="743407"/>
          </a:xfrm>
          <a:prstGeom prst="roundRect">
            <a:avLst>
              <a:gd name="adj" fmla="val 18923"/>
            </a:avLst>
          </a:prstGeom>
          <a:solidFill>
            <a:srgbClr val="FFFFFF"/>
          </a:solidFill>
          <a:ln w="12700">
            <a:solidFill>
              <a:srgbClr val="F3F2F1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7" name="Shape 47"/>
          <p:cNvSpPr/>
          <p:nvPr/>
        </p:nvSpPr>
        <p:spPr>
          <a:xfrm>
            <a:off x="6102705" y="5948374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07861" y="6052615"/>
            <a:ext cx="171907" cy="171907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6598310" y="5921856"/>
            <a:ext cx="1239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60+</a:t>
            </a:r>
            <a:endParaRPr lang="en-US" sz="1300" dirty="0"/>
          </a:p>
        </p:txBody>
      </p:sp>
      <p:sp>
        <p:nvSpPr>
          <p:cNvPr id="60" name="Text 49"/>
          <p:cNvSpPr txBox="1"/>
          <p:nvPr/>
        </p:nvSpPr>
        <p:spPr>
          <a:xfrm>
            <a:off x="6598310" y="6173316"/>
            <a:ext cx="13834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Center Regions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9519818" y="5948374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24974" y="6052615"/>
            <a:ext cx="171907" cy="171907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10015423" y="5921856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$20B</a:t>
            </a:r>
            <a:endParaRPr lang="en-US" sz="1300" dirty="0"/>
          </a:p>
        </p:txBody>
      </p:sp>
      <p:sp>
        <p:nvSpPr>
          <p:cNvPr id="64" name="Text 52"/>
          <p:cNvSpPr txBox="1"/>
          <p:nvPr/>
        </p:nvSpPr>
        <p:spPr>
          <a:xfrm>
            <a:off x="10015423" y="6173316"/>
            <a:ext cx="1349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Investment</a:t>
            </a:r>
            <a:endParaRPr lang="en-US" sz="900" dirty="0"/>
          </a:p>
        </p:txBody>
      </p:sp>
      <p:sp>
        <p:nvSpPr>
          <p:cNvPr id="65" name="Shape 53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6" name="Shape 54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55"/>
          <p:cNvSpPr txBox="1"/>
          <p:nvPr/>
        </p:nvSpPr>
        <p:spPr>
          <a:xfrm>
            <a:off x="571500" y="0"/>
            <a:ext cx="3086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365 nel Mondo</a:t>
            </a:r>
            <a:endParaRPr lang="en-US" sz="1000" dirty="0"/>
          </a:p>
        </p:txBody>
      </p:sp>
      <p:sp>
        <p:nvSpPr>
          <p:cNvPr id="68" name="Text 56"/>
          <p:cNvSpPr txBox="1"/>
          <p:nvPr/>
        </p:nvSpPr>
        <p:spPr>
          <a:xfrm>
            <a:off x="571500" y="228600"/>
            <a:ext cx="35926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Adozione Globale</a:t>
            </a:r>
            <a:endParaRPr lang="en-US" sz="2700" dirty="0"/>
          </a:p>
        </p:txBody>
      </p:sp>
      <p:sp>
        <p:nvSpPr>
          <p:cNvPr id="69" name="Shape 57"/>
          <p:cNvSpPr/>
          <p:nvPr/>
        </p:nvSpPr>
        <p:spPr>
          <a:xfrm>
            <a:off x="9903866" y="123444"/>
            <a:ext cx="172364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104120" y="228600"/>
            <a:ext cx="152705" cy="152705"/>
          </a:xfrm>
          <a:prstGeom prst="rect">
            <a:avLst/>
          </a:prstGeom>
        </p:spPr>
      </p:pic>
      <p:sp>
        <p:nvSpPr>
          <p:cNvPr id="71" name="Text 58"/>
          <p:cNvSpPr txBox="1"/>
          <p:nvPr/>
        </p:nvSpPr>
        <p:spPr>
          <a:xfrm>
            <a:off x="10370210" y="123444"/>
            <a:ext cx="11146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Statistiche</a:t>
            </a: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2025</a:t>
            </a:r>
            <a:endParaRPr lang="en-US" sz="1000" dirty="0"/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5FDD96A6-888C-72E4-C3D7-8505CCDF56A9}"/>
              </a:ext>
            </a:extLst>
          </p:cNvPr>
          <p:cNvSpPr txBox="1"/>
          <p:nvPr/>
        </p:nvSpPr>
        <p:spPr>
          <a:xfrm>
            <a:off x="-163221" y="6605626"/>
            <a:ext cx="12268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Fonti: ElectroIQ 2025; SQ Magazine 2025; Microsoft Annual Report 2025; Expert Insights 2024/2025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381305" y="152705"/>
            <a:ext cx="6982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365: Dati di Adozione Globale 2025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5895" y="219456"/>
            <a:ext cx="304495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1047902"/>
            <a:ext cx="2438705" cy="1143000"/>
          </a:xfrm>
          <a:prstGeom prst="roundRect">
            <a:avLst>
              <a:gd name="adj" fmla="val 5333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t="-16" b="-16"/>
          <a:stretch/>
        </p:blipFill>
        <p:spPr>
          <a:xfrm>
            <a:off x="2008937" y="1524305"/>
            <a:ext cx="714146" cy="571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09290" y="1047902"/>
            <a:ext cx="2438705" cy="1143000"/>
          </a:xfrm>
          <a:prstGeom prst="roundRect">
            <a:avLst>
              <a:gd name="adj" fmla="val 5333"/>
            </a:avLst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/>
          <a:stretch/>
        </p:blipFill>
        <p:spPr>
          <a:xfrm>
            <a:off x="4779569" y="1524305"/>
            <a:ext cx="571500" cy="5715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81305" y="2476195"/>
            <a:ext cx="5067605" cy="3847795"/>
          </a:xfrm>
          <a:prstGeom prst="roundRect">
            <a:avLst>
              <a:gd name="adj" fmla="val 47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7"/>
          <p:cNvSpPr/>
          <p:nvPr/>
        </p:nvSpPr>
        <p:spPr>
          <a:xfrm>
            <a:off x="580644" y="3009290"/>
            <a:ext cx="4667098" cy="1920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8"/>
          <p:cNvSpPr txBox="1"/>
          <p:nvPr/>
        </p:nvSpPr>
        <p:spPr>
          <a:xfrm>
            <a:off x="580644" y="2676449"/>
            <a:ext cx="47439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Statistiche Chiave (Milioni)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58" b="-58"/>
          <a:stretch/>
        </p:blipFill>
        <p:spPr>
          <a:xfrm>
            <a:off x="580644" y="3172054"/>
            <a:ext cx="4667098" cy="295259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732374" y="1047902"/>
            <a:ext cx="6086246" cy="5277002"/>
          </a:xfrm>
          <a:prstGeom prst="roundRect">
            <a:avLst>
              <a:gd name="adj" fmla="val 25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0"/>
          <p:cNvSpPr/>
          <p:nvPr/>
        </p:nvSpPr>
        <p:spPr>
          <a:xfrm>
            <a:off x="5932627" y="1580998"/>
            <a:ext cx="5686654" cy="1920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1"/>
          <p:cNvSpPr txBox="1"/>
          <p:nvPr/>
        </p:nvSpPr>
        <p:spPr>
          <a:xfrm>
            <a:off x="5932627" y="1248156"/>
            <a:ext cx="5763463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Share Office Software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109" r="-109"/>
          <a:stretch/>
        </p:blipFill>
        <p:spPr>
          <a:xfrm>
            <a:off x="6500470" y="1742846"/>
            <a:ext cx="4543654" cy="3019349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804050" y="4893869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3"/>
          <p:cNvSpPr txBox="1"/>
          <p:nvPr/>
        </p:nvSpPr>
        <p:spPr>
          <a:xfrm>
            <a:off x="6975958" y="4858207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(30%)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8263433" y="4893869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EA43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5"/>
          <p:cNvSpPr txBox="1"/>
          <p:nvPr/>
        </p:nvSpPr>
        <p:spPr>
          <a:xfrm>
            <a:off x="8435340" y="4858207"/>
            <a:ext cx="16440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Workspace (44%)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9998964" y="4893869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7"/>
          <p:cNvSpPr txBox="1"/>
          <p:nvPr/>
        </p:nvSpPr>
        <p:spPr>
          <a:xfrm>
            <a:off x="10170871" y="4858207"/>
            <a:ext cx="6803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Altri (26%)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932627" y="5234026"/>
            <a:ext cx="5686654" cy="886054"/>
          </a:xfrm>
          <a:prstGeom prst="roundRect">
            <a:avLst>
              <a:gd name="adj" fmla="val 66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19"/>
          <p:cNvSpPr/>
          <p:nvPr/>
        </p:nvSpPr>
        <p:spPr>
          <a:xfrm>
            <a:off x="5932627" y="5234026"/>
            <a:ext cx="38405" cy="886054"/>
          </a:xfrm>
          <a:prstGeom prst="roundRect">
            <a:avLst>
              <a:gd name="adj" fmla="val 153609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0"/>
          <p:cNvSpPr txBox="1"/>
          <p:nvPr/>
        </p:nvSpPr>
        <p:spPr>
          <a:xfrm>
            <a:off x="6113678" y="5376672"/>
            <a:ext cx="54388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Insight:</a:t>
            </a: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Nonostante la concorrenza, Microsoft 365 mantiene una posizione dominante nel segmento Enterprise grazie all'integrazione profonda di sicurezza e funzionalità avanzate (E5), mentre Google Workspace ha una forte presenza nel settore Education e SMB. 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-163221" y="6605626"/>
            <a:ext cx="12268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Fonti: ElectroIQ 2025; SQ Magazine 2025; Microsoft Annual Report 2025; Expert Insights 2024/2025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1193292" y="1238098"/>
            <a:ext cx="8193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+8%</a:t>
            </a:r>
            <a:endParaRPr lang="en-US" sz="2700" dirty="0"/>
          </a:p>
        </p:txBody>
      </p:sp>
      <p:sp>
        <p:nvSpPr>
          <p:cNvPr id="30" name="Text 23"/>
          <p:cNvSpPr txBox="1"/>
          <p:nvPr/>
        </p:nvSpPr>
        <p:spPr>
          <a:xfrm>
            <a:off x="783641" y="1800454"/>
            <a:ext cx="16331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Crescita Abbonati (YoY)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3722522" y="1238098"/>
            <a:ext cx="10195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+11%</a:t>
            </a:r>
            <a:endParaRPr lang="en-US" sz="2700" dirty="0"/>
          </a:p>
        </p:txBody>
      </p:sp>
      <p:sp>
        <p:nvSpPr>
          <p:cNvPr id="32" name="Text 25"/>
          <p:cNvSpPr txBox="1"/>
          <p:nvPr/>
        </p:nvSpPr>
        <p:spPr>
          <a:xfrm>
            <a:off x="3404311" y="1800454"/>
            <a:ext cx="16550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Crescita Cloud Revenue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381305" y="152705"/>
            <a:ext cx="6067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nell’Ambiente Enterprise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11582705" y="219456"/>
            <a:ext cx="228600" cy="3044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381305" y="1000354"/>
            <a:ext cx="3917290" cy="214518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rcRect l="-16" r="-16"/>
          <a:stretch/>
        </p:blipFill>
        <p:spPr>
          <a:xfrm>
            <a:off x="3060497" y="2192731"/>
            <a:ext cx="1429207" cy="11430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>
            <a:alphaModFix amt="90000"/>
          </a:blip>
          <a:srcRect l="-57" r="-57"/>
          <a:stretch/>
        </p:blipFill>
        <p:spPr>
          <a:xfrm>
            <a:off x="2139696" y="1348740"/>
            <a:ext cx="400507" cy="4572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03604" y="1901038"/>
            <a:ext cx="187269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270 MLN</a:t>
            </a:r>
            <a:endParaRPr lang="en-US" sz="3100" dirty="0"/>
          </a:p>
        </p:txBody>
      </p:sp>
      <p:sp>
        <p:nvSpPr>
          <p:cNvPr id="11" name="Text 5"/>
          <p:cNvSpPr txBox="1"/>
          <p:nvPr/>
        </p:nvSpPr>
        <p:spPr>
          <a:xfrm>
            <a:off x="1589227" y="2349094"/>
            <a:ext cx="1507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Utenti Attivi Teams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352398" y="2625242"/>
            <a:ext cx="19842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piattaforma n.1 per il business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381305" y="3335731"/>
            <a:ext cx="3924605" cy="3047695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8"/>
          <p:cNvSpPr/>
          <p:nvPr/>
        </p:nvSpPr>
        <p:spPr>
          <a:xfrm>
            <a:off x="580644" y="3841394"/>
            <a:ext cx="3524098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9"/>
          <p:cNvSpPr txBox="1"/>
          <p:nvPr/>
        </p:nvSpPr>
        <p:spPr>
          <a:xfrm>
            <a:off x="809244" y="3535985"/>
            <a:ext cx="3372307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Trend Adozione Enterprise (Indice)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0644" y="3573475"/>
            <a:ext cx="152705" cy="152705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 t="-88" b="-88"/>
          <a:stretch/>
        </p:blipFill>
        <p:spPr>
          <a:xfrm>
            <a:off x="580644" y="3993185"/>
            <a:ext cx="3524098" cy="2190902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536338" y="1000354"/>
            <a:ext cx="7276795" cy="2600554"/>
          </a:xfrm>
          <a:prstGeom prst="roundRect">
            <a:avLst>
              <a:gd name="adj" fmla="val 10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1"/>
          <p:cNvSpPr/>
          <p:nvPr/>
        </p:nvSpPr>
        <p:spPr>
          <a:xfrm>
            <a:off x="4736592" y="1506017"/>
            <a:ext cx="6877202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2"/>
          <p:cNvSpPr txBox="1"/>
          <p:nvPr/>
        </p:nvSpPr>
        <p:spPr>
          <a:xfrm>
            <a:off x="4984394" y="1200607"/>
            <a:ext cx="670621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Market Share Collaboration Tools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4736592" y="1238098"/>
            <a:ext cx="171907" cy="152705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t="-197" b="-197"/>
          <a:stretch/>
        </p:blipFill>
        <p:spPr>
          <a:xfrm>
            <a:off x="4736592" y="1657807"/>
            <a:ext cx="6877202" cy="1742846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536338" y="3786530"/>
            <a:ext cx="7276795" cy="2600554"/>
          </a:xfrm>
          <a:prstGeom prst="roundRect">
            <a:avLst>
              <a:gd name="adj" fmla="val 10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4"/>
          <p:cNvSpPr/>
          <p:nvPr/>
        </p:nvSpPr>
        <p:spPr>
          <a:xfrm>
            <a:off x="4736592" y="4291279"/>
            <a:ext cx="6877202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5"/>
          <p:cNvSpPr txBox="1"/>
          <p:nvPr/>
        </p:nvSpPr>
        <p:spPr>
          <a:xfrm>
            <a:off x="4965192" y="3985870"/>
            <a:ext cx="67254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Distribuzione Geografica Aziende (Top 5)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36592" y="4024274"/>
            <a:ext cx="152705" cy="152705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rcRect t="-197" b="-197"/>
          <a:stretch/>
        </p:blipFill>
        <p:spPr>
          <a:xfrm>
            <a:off x="4736592" y="4443070"/>
            <a:ext cx="6877202" cy="1742846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-188038" y="6638544"/>
            <a:ext cx="12268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Fonti: Business of Apps 2026; Apps Run The World 2025; Statista 2025; Expert Insights 2024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324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705295" y="647395"/>
            <a:ext cx="5486400" cy="6324905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29500" y="-304495"/>
            <a:ext cx="5715000" cy="5715000"/>
          </a:xfrm>
          <a:prstGeom prst="ellipse">
            <a:avLst/>
          </a:prstGeom>
          <a:solidFill>
            <a:srgbClr val="E6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307988" y="3656685"/>
            <a:ext cx="3810305" cy="3810305"/>
          </a:xfrm>
          <a:prstGeom prst="ellipse">
            <a:avLst/>
          </a:prstGeom>
          <a:solidFill>
            <a:srgbClr val="F0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571500" y="0"/>
            <a:ext cx="3771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Evoluzione Tecnologica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228600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Futuro: AI &amp; Copilot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0315346" y="123444"/>
            <a:ext cx="1314907" cy="362102"/>
          </a:xfrm>
          <a:prstGeom prst="roundRect">
            <a:avLst>
              <a:gd name="adj" fmla="val 53163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10629900" y="123444"/>
            <a:ext cx="8577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21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Gen AI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" y="1028700"/>
            <a:ext cx="5420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5C2D9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L'Assistente Intelligente 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4247" r="-4247"/>
          <a:stretch/>
        </p:blipFill>
        <p:spPr>
          <a:xfrm>
            <a:off x="571500" y="1065276"/>
            <a:ext cx="181051" cy="13350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71500" y="1377086"/>
            <a:ext cx="5734202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Microsoft 365 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5C2D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Copilot AI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" y="2621585"/>
            <a:ext cx="5639105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L'intelligenza artificiale non è più solo un concetto futuristico, ma un assistente quotidiano integrato nelle app che usiamo ogni giorno. Copilot trasforma le parole in azioni.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1500" y="3806647"/>
            <a:ext cx="2686507" cy="1114654"/>
          </a:xfrm>
          <a:prstGeom prst="roundRect">
            <a:avLst>
              <a:gd name="adj" fmla="val 7011"/>
            </a:avLst>
          </a:prstGeom>
          <a:solidFill>
            <a:srgbClr val="F8F8F8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571500" y="3806647"/>
            <a:ext cx="38405" cy="1114654"/>
          </a:xfrm>
          <a:prstGeom prst="roundRect">
            <a:avLst>
              <a:gd name="adj" fmla="val 203499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 txBox="1"/>
          <p:nvPr/>
        </p:nvSpPr>
        <p:spPr>
          <a:xfrm>
            <a:off x="1104595" y="3949294"/>
            <a:ext cx="20903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Creazione Istantanea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04595" y="4225442"/>
            <a:ext cx="2086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 bozze in Word, slide in PowerPoint e formule in Excel da semplici prompt.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48202" y="3806647"/>
            <a:ext cx="2686507" cy="1114654"/>
          </a:xfrm>
          <a:prstGeom prst="roundRect">
            <a:avLst>
              <a:gd name="adj" fmla="val 7011"/>
            </a:avLst>
          </a:prstGeom>
          <a:solidFill>
            <a:srgbClr val="F8F8F8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3448202" y="3806647"/>
            <a:ext cx="38405" cy="1114654"/>
          </a:xfrm>
          <a:prstGeom prst="roundRect">
            <a:avLst>
              <a:gd name="adj" fmla="val 203499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 txBox="1"/>
          <p:nvPr/>
        </p:nvSpPr>
        <p:spPr>
          <a:xfrm>
            <a:off x="3981298" y="3949294"/>
            <a:ext cx="20903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 &amp; Sintesi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981298" y="4225442"/>
            <a:ext cx="2086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Riassume lunghe catene di email in Outlook e meeting in Teams in pochi secondi.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1500" y="5103266"/>
            <a:ext cx="2686507" cy="1114654"/>
          </a:xfrm>
          <a:prstGeom prst="roundRect">
            <a:avLst>
              <a:gd name="adj" fmla="val 7011"/>
            </a:avLst>
          </a:prstGeom>
          <a:solidFill>
            <a:srgbClr val="F8F8F8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4"/>
          <p:cNvSpPr/>
          <p:nvPr/>
        </p:nvSpPr>
        <p:spPr>
          <a:xfrm>
            <a:off x="571500" y="5103266"/>
            <a:ext cx="38405" cy="1114654"/>
          </a:xfrm>
          <a:prstGeom prst="roundRect">
            <a:avLst>
              <a:gd name="adj" fmla="val 203499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 txBox="1"/>
          <p:nvPr/>
        </p:nvSpPr>
        <p:spPr>
          <a:xfrm>
            <a:off x="1086307" y="5245913"/>
            <a:ext cx="2110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Automazione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86307" y="5522976"/>
            <a:ext cx="21058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Esegue task ripetitivi e complessi liberando tempo per attività strategiche.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448202" y="5103266"/>
            <a:ext cx="2686507" cy="1114654"/>
          </a:xfrm>
          <a:prstGeom prst="roundRect">
            <a:avLst>
              <a:gd name="adj" fmla="val 7011"/>
            </a:avLst>
          </a:prstGeom>
          <a:solidFill>
            <a:srgbClr val="F8F8F8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8"/>
          <p:cNvSpPr/>
          <p:nvPr/>
        </p:nvSpPr>
        <p:spPr>
          <a:xfrm>
            <a:off x="3448202" y="5103266"/>
            <a:ext cx="38405" cy="1114654"/>
          </a:xfrm>
          <a:prstGeom prst="roundRect">
            <a:avLst>
              <a:gd name="adj" fmla="val 203499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 txBox="1"/>
          <p:nvPr/>
        </p:nvSpPr>
        <p:spPr>
          <a:xfrm>
            <a:off x="3962095" y="5245913"/>
            <a:ext cx="2110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Upskilling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962095" y="5522976"/>
            <a:ext cx="21058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Imparare a usare questi strumenti oggi significa essere competitivi domani.</a:t>
            </a:r>
            <a:endParaRPr lang="en-US" sz="10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2551" y="4024274"/>
            <a:ext cx="209398" cy="20939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29254" y="4024274"/>
            <a:ext cx="209398" cy="209398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 l="-1903" r="-1903"/>
          <a:stretch/>
        </p:blipFill>
        <p:spPr>
          <a:xfrm>
            <a:off x="752551" y="5320894"/>
            <a:ext cx="190195" cy="20939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 l="-1903" r="-1903"/>
          <a:stretch/>
        </p:blipFill>
        <p:spPr>
          <a:xfrm>
            <a:off x="3629254" y="5320894"/>
            <a:ext cx="190195" cy="20939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7448702" y="1037844"/>
            <a:ext cx="4000500" cy="4972507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7696505" y="1933956"/>
            <a:ext cx="35048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2"/>
          <p:cNvSpPr/>
          <p:nvPr/>
        </p:nvSpPr>
        <p:spPr>
          <a:xfrm>
            <a:off x="7696505" y="1345997"/>
            <a:ext cx="381305" cy="381305"/>
          </a:xfrm>
          <a:prstGeom prst="ellipse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67828" y="1441094"/>
            <a:ext cx="237744" cy="19019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220456" y="1285646"/>
            <a:ext cx="230154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365 Copilot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7934249" y="4448556"/>
            <a:ext cx="1248156" cy="30541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2D9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Riscrivi più formale</a:t>
            </a:r>
            <a:endParaRPr lang="en-US" sz="9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19949" y="4543654"/>
            <a:ext cx="114300" cy="11430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432036" y="4448556"/>
            <a:ext cx="1210666" cy="30541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2D9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Aggiungi immagini</a:t>
            </a:r>
            <a:endParaRPr lang="en-US" sz="9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317736" y="4543654"/>
            <a:ext cx="114300" cy="1143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934249" y="4828946"/>
            <a:ext cx="972007" cy="30541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2D9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Visualizza dati</a:t>
            </a:r>
            <a:endParaRPr lang="en-US" sz="9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819949" y="4924044"/>
            <a:ext cx="114300" cy="114300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8305495" y="541964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rcRect t="-856" b="-856"/>
          <a:stretch/>
        </p:blipFill>
        <p:spPr>
          <a:xfrm>
            <a:off x="8410651" y="5501030"/>
            <a:ext cx="133502" cy="181051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8791956" y="541964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rcRect t="-856" b="-856"/>
          <a:stretch/>
        </p:blipFill>
        <p:spPr>
          <a:xfrm>
            <a:off x="8896198" y="5501030"/>
            <a:ext cx="133502" cy="181051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9277502" y="541964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rcRect t="-856" b="-856"/>
          <a:stretch/>
        </p:blipFill>
        <p:spPr>
          <a:xfrm>
            <a:off x="9381744" y="5501030"/>
            <a:ext cx="133502" cy="181051"/>
          </a:xfrm>
          <a:prstGeom prst="rect">
            <a:avLst/>
          </a:prstGeom>
        </p:spPr>
      </p:pic>
      <p:sp>
        <p:nvSpPr>
          <p:cNvPr id="55" name="Shape 40"/>
          <p:cNvSpPr/>
          <p:nvPr/>
        </p:nvSpPr>
        <p:spPr>
          <a:xfrm>
            <a:off x="9763049" y="541964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844430" y="5501030"/>
            <a:ext cx="181051" cy="181051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10248595" y="541964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7"/>
          <a:srcRect l="-505" r="-505"/>
          <a:stretch/>
        </p:blipFill>
        <p:spPr>
          <a:xfrm>
            <a:off x="10306202" y="5501030"/>
            <a:ext cx="228600" cy="181051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220456" y="1597457"/>
            <a:ext cx="17684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tuo copilota per il lavoro</a:t>
            </a:r>
            <a:endParaRPr lang="en-US" sz="900" dirty="0"/>
          </a:p>
        </p:txBody>
      </p:sp>
      <p:sp>
        <p:nvSpPr>
          <p:cNvPr id="60" name="Shape 43"/>
          <p:cNvSpPr/>
          <p:nvPr/>
        </p:nvSpPr>
        <p:spPr>
          <a:xfrm>
            <a:off x="7696505" y="2131466"/>
            <a:ext cx="3504895" cy="905256"/>
          </a:xfrm>
          <a:prstGeom prst="roundRect">
            <a:avLst>
              <a:gd name="adj" fmla="val 12759"/>
            </a:avLst>
          </a:prstGeom>
          <a:solidFill>
            <a:srgbClr val="F3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44"/>
          <p:cNvSpPr txBox="1"/>
          <p:nvPr/>
        </p:nvSpPr>
        <p:spPr>
          <a:xfrm>
            <a:off x="7839151" y="2274113"/>
            <a:ext cx="32964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Tu:</a:t>
            </a: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"Crea una presentazione di 5 slide basata su questo documento Word che riassuma la strategia di marketing."</a:t>
            </a:r>
            <a:endParaRPr lang="en-US" sz="1000" dirty="0"/>
          </a:p>
        </p:txBody>
      </p:sp>
      <p:sp>
        <p:nvSpPr>
          <p:cNvPr id="62" name="Shape 45"/>
          <p:cNvSpPr/>
          <p:nvPr/>
        </p:nvSpPr>
        <p:spPr>
          <a:xfrm>
            <a:off x="7696505" y="3177540"/>
            <a:ext cx="3504895" cy="1133856"/>
          </a:xfrm>
          <a:prstGeom prst="roundRect">
            <a:avLst>
              <a:gd name="adj" fmla="val 8132"/>
            </a:avLst>
          </a:prstGeom>
          <a:solidFill>
            <a:srgbClr val="FBFBFB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46"/>
          <p:cNvSpPr txBox="1"/>
          <p:nvPr/>
        </p:nvSpPr>
        <p:spPr>
          <a:xfrm>
            <a:off x="8057693" y="3329330"/>
            <a:ext cx="306781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Copilot:</a:t>
            </a: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Certamente! Sto generando la bozza della presentazione. Ho estratto i punti chiave su target audience, canali social e budget. Ecco la prima versione...</a:t>
            </a:r>
            <a:endParaRPr lang="en-US" sz="1000" dirty="0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848295" y="3365906"/>
            <a:ext cx="133502" cy="133502"/>
          </a:xfrm>
          <a:prstGeom prst="rect">
            <a:avLst/>
          </a:prstGeom>
        </p:spPr>
      </p:pic>
      <p:sp>
        <p:nvSpPr>
          <p:cNvPr id="65" name="Shape 47"/>
          <p:cNvSpPr/>
          <p:nvPr/>
        </p:nvSpPr>
        <p:spPr>
          <a:xfrm>
            <a:off x="571500" y="6257239"/>
            <a:ext cx="11048695" cy="571500"/>
          </a:xfrm>
          <a:prstGeom prst="roundRect">
            <a:avLst>
              <a:gd name="adj" fmla="val 26667"/>
            </a:avLst>
          </a:prstGeom>
          <a:solidFill>
            <a:srgbClr val="5C2D9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5C2D91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6" name="Text 48"/>
          <p:cNvSpPr txBox="1"/>
          <p:nvPr/>
        </p:nvSpPr>
        <p:spPr>
          <a:xfrm>
            <a:off x="1027786" y="6434633"/>
            <a:ext cx="5573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Perché questo corso? M365 è la base su cui si costruisce l'AI aziendale. </a:t>
            </a:r>
            <a:endParaRPr lang="en-US" sz="1100" dirty="0"/>
          </a:p>
        </p:txBody>
      </p:sp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19"/>
          <a:srcRect t="-870" b="-870"/>
          <a:stretch/>
        </p:blipFill>
        <p:spPr>
          <a:xfrm>
            <a:off x="809244" y="6471209"/>
            <a:ext cx="105156" cy="142646"/>
          </a:xfrm>
          <a:prstGeom prst="rect">
            <a:avLst/>
          </a:prstGeom>
        </p:spPr>
      </p:pic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20">
            <a:alphaModFix amt="80000"/>
          </a:blip>
          <a:srcRect l="-57" r="-57"/>
          <a:stretch/>
        </p:blipFill>
        <p:spPr>
          <a:xfrm>
            <a:off x="11182198" y="6429146"/>
            <a:ext cx="200254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l="-1" r="-1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 txBox="1"/>
          <p:nvPr/>
        </p:nvSpPr>
        <p:spPr>
          <a:xfrm>
            <a:off x="571500" y="152705"/>
            <a:ext cx="5686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Panoramica Ecosistema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381305"/>
            <a:ext cx="74194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Servizi principali dell'ecosistema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050170" y="276149"/>
            <a:ext cx="15718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10250424" y="381305"/>
            <a:ext cx="171907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35717" y="276149"/>
            <a:ext cx="9436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Services</a:t>
            </a:r>
            <a:endParaRPr lang="en-US" sz="1000" dirty="0"/>
          </a:p>
        </p:txBody>
      </p:sp>
      <p:pic>
        <p:nvPicPr>
          <p:cNvPr id="69" name="Immagine 68">
            <a:extLst>
              <a:ext uri="{FF2B5EF4-FFF2-40B4-BE49-F238E27FC236}">
                <a16:creationId xmlns:a16="http://schemas.microsoft.com/office/drawing/2014/main" id="{43F320E1-5AF8-B7B5-49D1-8558E486A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174" y="1484985"/>
            <a:ext cx="10031651" cy="4851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782" b="25782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68" name="Shape 3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9" name="Shape 3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39"/>
          <p:cNvSpPr txBox="1"/>
          <p:nvPr/>
        </p:nvSpPr>
        <p:spPr>
          <a:xfrm>
            <a:off x="571500" y="152705"/>
            <a:ext cx="4657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&amp; Sicurezza</a:t>
            </a:r>
            <a:endParaRPr lang="en-US" sz="1000" dirty="0"/>
          </a:p>
        </p:txBody>
      </p:sp>
      <p:sp>
        <p:nvSpPr>
          <p:cNvPr id="71" name="Text 40"/>
          <p:cNvSpPr txBox="1"/>
          <p:nvPr/>
        </p:nvSpPr>
        <p:spPr>
          <a:xfrm>
            <a:off x="571500" y="381305"/>
            <a:ext cx="5718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Microsoft 365</a:t>
            </a:r>
            <a:endParaRPr lang="en-US" sz="2700" dirty="0"/>
          </a:p>
        </p:txBody>
      </p:sp>
      <p:sp>
        <p:nvSpPr>
          <p:cNvPr id="72" name="Shape 41"/>
          <p:cNvSpPr/>
          <p:nvPr/>
        </p:nvSpPr>
        <p:spPr>
          <a:xfrm>
            <a:off x="9504274" y="276149"/>
            <a:ext cx="2124151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3" name="Image 29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9704527" y="381305"/>
            <a:ext cx="171907" cy="152705"/>
          </a:xfrm>
          <a:prstGeom prst="rect">
            <a:avLst/>
          </a:prstGeom>
        </p:spPr>
      </p:pic>
      <p:sp>
        <p:nvSpPr>
          <p:cNvPr id="74" name="Text 42"/>
          <p:cNvSpPr txBox="1"/>
          <p:nvPr/>
        </p:nvSpPr>
        <p:spPr>
          <a:xfrm>
            <a:off x="9989820" y="276149"/>
            <a:ext cx="14959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Dati &amp; Identità</a:t>
            </a:r>
            <a:endParaRPr lang="en-US" sz="1000" dirty="0"/>
          </a:p>
        </p:txBody>
      </p:sp>
      <p:pic>
        <p:nvPicPr>
          <p:cNvPr id="80" name="Immagine 79">
            <a:extLst>
              <a:ext uri="{FF2B5EF4-FFF2-40B4-BE49-F238E27FC236}">
                <a16:creationId xmlns:a16="http://schemas.microsoft.com/office/drawing/2014/main" id="{4442465A-1A7E-39EC-DDE2-417817870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90295"/>
            <a:ext cx="12191695" cy="58283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26F7-3941-73BA-A2CF-86632093C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2CB940-805D-DEC2-6B85-16A1BBF840E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C3ED0B-7BE9-41A9-3EA1-5A07424737A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90CEBE-B4C6-EACB-A0D4-767666012A23}"/>
              </a:ext>
            </a:extLst>
          </p:cNvPr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D43FDA4-6743-5092-63B2-933A1300F2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782" b="25782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68" name="Shape 37">
            <a:extLst>
              <a:ext uri="{FF2B5EF4-FFF2-40B4-BE49-F238E27FC236}">
                <a16:creationId xmlns:a16="http://schemas.microsoft.com/office/drawing/2014/main" id="{9FE76549-9B39-5737-15FC-3B0CFFDBD7EF}"/>
              </a:ext>
            </a:extLst>
          </p:cNvPr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9" name="Shape 38">
            <a:extLst>
              <a:ext uri="{FF2B5EF4-FFF2-40B4-BE49-F238E27FC236}">
                <a16:creationId xmlns:a16="http://schemas.microsoft.com/office/drawing/2014/main" id="{66CE06B7-7772-3792-DD7E-471A7F8D7AE7}"/>
              </a:ext>
            </a:extLst>
          </p:cNvPr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326CE0DF-62E7-ECFF-A982-F4A8DC52B0B4}"/>
              </a:ext>
            </a:extLst>
          </p:cNvPr>
          <p:cNvSpPr txBox="1"/>
          <p:nvPr/>
        </p:nvSpPr>
        <p:spPr>
          <a:xfrm>
            <a:off x="571500" y="152705"/>
            <a:ext cx="4657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&amp; Sicurezza</a:t>
            </a:r>
            <a:endParaRPr lang="en-US" sz="1000" dirty="0"/>
          </a:p>
        </p:txBody>
      </p:sp>
      <p:sp>
        <p:nvSpPr>
          <p:cNvPr id="71" name="Text 40">
            <a:extLst>
              <a:ext uri="{FF2B5EF4-FFF2-40B4-BE49-F238E27FC236}">
                <a16:creationId xmlns:a16="http://schemas.microsoft.com/office/drawing/2014/main" id="{2E0A11DF-0F4A-4A9F-7662-957966E04E6A}"/>
              </a:ext>
            </a:extLst>
          </p:cNvPr>
          <p:cNvSpPr txBox="1"/>
          <p:nvPr/>
        </p:nvSpPr>
        <p:spPr>
          <a:xfrm>
            <a:off x="571500" y="381305"/>
            <a:ext cx="5718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Microsoft 365</a:t>
            </a:r>
            <a:endParaRPr lang="en-US" sz="2700" dirty="0"/>
          </a:p>
        </p:txBody>
      </p:sp>
      <p:sp>
        <p:nvSpPr>
          <p:cNvPr id="72" name="Shape 41">
            <a:extLst>
              <a:ext uri="{FF2B5EF4-FFF2-40B4-BE49-F238E27FC236}">
                <a16:creationId xmlns:a16="http://schemas.microsoft.com/office/drawing/2014/main" id="{2BB84392-6AD5-5E2E-AD1A-BD90265E0C79}"/>
              </a:ext>
            </a:extLst>
          </p:cNvPr>
          <p:cNvSpPr/>
          <p:nvPr/>
        </p:nvSpPr>
        <p:spPr>
          <a:xfrm>
            <a:off x="9504274" y="276149"/>
            <a:ext cx="2124151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3" name="Image 29" descr="preencoded.png">
            <a:extLst>
              <a:ext uri="{FF2B5EF4-FFF2-40B4-BE49-F238E27FC236}">
                <a16:creationId xmlns:a16="http://schemas.microsoft.com/office/drawing/2014/main" id="{CE06F814-6284-916C-E364-5CB4EAEC87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9704527" y="381305"/>
            <a:ext cx="171907" cy="152705"/>
          </a:xfrm>
          <a:prstGeom prst="rect">
            <a:avLst/>
          </a:prstGeom>
        </p:spPr>
      </p:pic>
      <p:sp>
        <p:nvSpPr>
          <p:cNvPr id="74" name="Text 42">
            <a:extLst>
              <a:ext uri="{FF2B5EF4-FFF2-40B4-BE49-F238E27FC236}">
                <a16:creationId xmlns:a16="http://schemas.microsoft.com/office/drawing/2014/main" id="{BF119D45-F48C-3061-9E3E-62C9959CC53F}"/>
              </a:ext>
            </a:extLst>
          </p:cNvPr>
          <p:cNvSpPr txBox="1"/>
          <p:nvPr/>
        </p:nvSpPr>
        <p:spPr>
          <a:xfrm>
            <a:off x="9989820" y="276149"/>
            <a:ext cx="14959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Dati &amp; Identità</a:t>
            </a:r>
            <a:endParaRPr lang="en-US" sz="1000" dirty="0"/>
          </a:p>
        </p:txBody>
      </p:sp>
      <p:pic>
        <p:nvPicPr>
          <p:cNvPr id="6" name="Immagine 5" descr="Immagine che contiene test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AC54DE4D-FBAB-2D19-C9A9-88131B526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589" y="990295"/>
            <a:ext cx="8782515" cy="585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5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2000707"/>
            <a:ext cx="3429000" cy="3810305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02" b="-402"/>
          <a:stretch/>
        </p:blipFill>
        <p:spPr>
          <a:xfrm>
            <a:off x="580644" y="2009851"/>
            <a:ext cx="3409798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0158" y="3629254"/>
            <a:ext cx="295259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Identità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8446" y="4183380"/>
            <a:ext cx="291510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punto di partenza per ogni accesso. Gestione centralizzata di utenti, gruppi e credenziali sicure.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8446" y="5178247"/>
            <a:ext cx="2915107" cy="34290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Entra ID (Azure AD)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82243" y="5281574"/>
            <a:ext cx="133502" cy="1335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1805" y="2000707"/>
            <a:ext cx="3429000" cy="3810305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402" b="-402"/>
          <a:stretch/>
        </p:blipFill>
        <p:spPr>
          <a:xfrm>
            <a:off x="4390949" y="2009851"/>
            <a:ext cx="3409798" cy="576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20463" y="3629254"/>
            <a:ext cx="295259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Servizi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4638751" y="4183380"/>
            <a:ext cx="291510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applicazioni cloud per produttività e collaborazione. Posta, file, chat e automazione integrate.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638751" y="5178247"/>
            <a:ext cx="2915107" cy="34290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 / Teams / SharePoint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4886096" y="5281574"/>
            <a:ext cx="152705" cy="1335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91195" y="2000707"/>
            <a:ext cx="3429000" cy="3810305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402" b="-402"/>
          <a:stretch/>
        </p:blipFill>
        <p:spPr>
          <a:xfrm>
            <a:off x="8201254" y="2009851"/>
            <a:ext cx="3409798" cy="576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429854" y="3629254"/>
            <a:ext cx="295259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</a:t>
            </a:r>
            <a:endParaRPr lang="en-US" sz="2100" dirty="0"/>
          </a:p>
        </p:txBody>
      </p:sp>
      <p:sp>
        <p:nvSpPr>
          <p:cNvPr id="20" name="Text 13"/>
          <p:cNvSpPr txBox="1"/>
          <p:nvPr/>
        </p:nvSpPr>
        <p:spPr>
          <a:xfrm>
            <a:off x="8449056" y="4183380"/>
            <a:ext cx="291510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dei dati e compliance normativa. Controllo accessi, difesa dalle minacce e governance.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8449056" y="5178247"/>
            <a:ext cx="2915107" cy="34290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Defender &amp; Purview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9082278" y="5281574"/>
            <a:ext cx="123444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3038551" y="1819656"/>
            <a:ext cx="1143000" cy="11430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16"/>
          <p:cNvSpPr/>
          <p:nvPr/>
        </p:nvSpPr>
        <p:spPr>
          <a:xfrm>
            <a:off x="6848856" y="1819656"/>
            <a:ext cx="1143000" cy="1143000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17"/>
          <p:cNvSpPr/>
          <p:nvPr/>
        </p:nvSpPr>
        <p:spPr>
          <a:xfrm>
            <a:off x="10658246" y="1819656"/>
            <a:ext cx="1143000" cy="1143000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18"/>
          <p:cNvSpPr/>
          <p:nvPr/>
        </p:nvSpPr>
        <p:spPr>
          <a:xfrm>
            <a:off x="1809598" y="2391156"/>
            <a:ext cx="952805" cy="95280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 l="-44" r="-44"/>
          <a:stretch/>
        </p:blipFill>
        <p:spPr>
          <a:xfrm>
            <a:off x="2029054" y="2638044"/>
            <a:ext cx="514807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619902" y="2391156"/>
            <a:ext cx="952805" cy="952805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l="-44" r="-44"/>
          <a:stretch/>
        </p:blipFill>
        <p:spPr>
          <a:xfrm>
            <a:off x="5838444" y="2638044"/>
            <a:ext cx="514807" cy="45720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430207" y="2391156"/>
            <a:ext cx="952805" cy="952805"/>
          </a:xfrm>
          <a:prstGeom prst="ellipse">
            <a:avLst/>
          </a:prstGeom>
          <a:solidFill>
            <a:srgbClr val="F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677095" y="2638044"/>
            <a:ext cx="457200" cy="45720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3"/>
          <p:cNvSpPr txBox="1"/>
          <p:nvPr/>
        </p:nvSpPr>
        <p:spPr>
          <a:xfrm>
            <a:off x="571500" y="152705"/>
            <a:ext cx="4648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Microsoft 365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571500" y="381305"/>
            <a:ext cx="59307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Tre Pilastri Fondamentali</a:t>
            </a:r>
            <a:endParaRPr lang="en-US" sz="2700" dirty="0"/>
          </a:p>
        </p:txBody>
      </p:sp>
      <p:sp>
        <p:nvSpPr>
          <p:cNvPr id="36" name="Shape 25"/>
          <p:cNvSpPr/>
          <p:nvPr/>
        </p:nvSpPr>
        <p:spPr>
          <a:xfrm>
            <a:off x="9987991" y="276149"/>
            <a:ext cx="163860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188245" y="381305"/>
            <a:ext cx="152705" cy="15270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0455250" y="276149"/>
            <a:ext cx="10287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Core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l="-1" r="-1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 txBox="1"/>
          <p:nvPr/>
        </p:nvSpPr>
        <p:spPr>
          <a:xfrm>
            <a:off x="571500" y="152705"/>
            <a:ext cx="3905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Panoramica Produttività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381305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Applicazioni principali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175443" y="276149"/>
            <a:ext cx="144749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10375697" y="381305"/>
            <a:ext cx="171907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660990" y="276149"/>
            <a:ext cx="8193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Office Apps</a:t>
            </a:r>
            <a:endParaRPr lang="en-US" sz="1000" dirty="0"/>
          </a:p>
        </p:txBody>
      </p:sp>
      <p:pic>
        <p:nvPicPr>
          <p:cNvPr id="69" name="Immagine 68">
            <a:extLst>
              <a:ext uri="{FF2B5EF4-FFF2-40B4-BE49-F238E27FC236}">
                <a16:creationId xmlns:a16="http://schemas.microsoft.com/office/drawing/2014/main" id="{78DEEEC0-7C83-672C-F0BF-9DF71AFC5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971" y="1619354"/>
            <a:ext cx="9337752" cy="45720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761695" y="3810305"/>
            <a:ext cx="3810305" cy="3810305"/>
          </a:xfrm>
          <a:prstGeom prst="ellipse">
            <a:avLst/>
          </a:prstGeom>
          <a:solidFill>
            <a:srgbClr val="2B579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934102" y="-476402"/>
            <a:ext cx="2381098" cy="2381098"/>
          </a:xfrm>
          <a:prstGeom prst="ellipse">
            <a:avLst/>
          </a:prstGeom>
          <a:solidFill>
            <a:srgbClr val="2B579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480974"/>
            <a:ext cx="609905" cy="6099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118" r="-1118"/>
          <a:stretch/>
        </p:blipFill>
        <p:spPr>
          <a:xfrm>
            <a:off x="804672" y="642823"/>
            <a:ext cx="219456" cy="2862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47495" y="457200"/>
            <a:ext cx="15544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1447495" y="685800"/>
            <a:ext cx="304769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Microsoft </a:t>
            </a:r>
            <a:r>
              <a:rPr lang="en-US" sz="2700" b="1" kern="0" spc="-67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</a:t>
            </a:r>
            <a:endParaRPr lang="en-US" sz="2700" dirty="0"/>
          </a:p>
        </p:txBody>
      </p:sp>
      <p:sp>
        <p:nvSpPr>
          <p:cNvPr id="11" name="Shape 6"/>
          <p:cNvSpPr/>
          <p:nvPr/>
        </p:nvSpPr>
        <p:spPr>
          <a:xfrm>
            <a:off x="609905" y="1724558"/>
            <a:ext cx="4209898" cy="19202"/>
          </a:xfrm>
          <a:prstGeom prst="rect">
            <a:avLst/>
          </a:prstGeom>
          <a:solidFill>
            <a:srgbClr val="2B579A">
              <a:alpha val="20000"/>
            </a:srgbClr>
          </a:solidFill>
          <a:ln w="12700">
            <a:solidFill>
              <a:srgbClr val="2B57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7"/>
          <p:cNvSpPr txBox="1"/>
          <p:nvPr/>
        </p:nvSpPr>
        <p:spPr>
          <a:xfrm>
            <a:off x="609905" y="1343254"/>
            <a:ext cx="43251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Cos'è Word?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09905" y="1895551"/>
            <a:ext cx="4286707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L'elaboratore di testi standard del settore per creare, modificare e condividere documenti dall'aspetto professionale.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76910" y="3035808"/>
            <a:ext cx="4058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Caratteristiche Chiave 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09905" y="3083357"/>
            <a:ext cx="190195" cy="171907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905" y="3493008"/>
            <a:ext cx="171907" cy="17190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95198" y="3455518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Formattazione Avanzata: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Controllo preciso su font, layout e grafica.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609905" y="4102913"/>
            <a:ext cx="190195" cy="17190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14400" y="4064508"/>
            <a:ext cx="33668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Stili e Temi: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Design coerente con un click.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 t="-1310" b="-1310"/>
          <a:stretch/>
        </p:blipFill>
        <p:spPr>
          <a:xfrm>
            <a:off x="609905" y="4484218"/>
            <a:ext cx="209398" cy="171907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33602" y="4445813"/>
            <a:ext cx="441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Commenti e Revisioni: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Collaborazione efficace in team.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t="-1310" b="-1310"/>
          <a:stretch/>
        </p:blipFill>
        <p:spPr>
          <a:xfrm>
            <a:off x="609905" y="4864608"/>
            <a:ext cx="209398" cy="171907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33602" y="4827118"/>
            <a:ext cx="4080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Salvataggio Cloud: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Mai più file persi con AutoSave.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609905" y="5512918"/>
            <a:ext cx="4325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Casi d'Uso Comuni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609905" y="5817413"/>
            <a:ext cx="1190549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16"/>
          <p:cNvSpPr/>
          <p:nvPr/>
        </p:nvSpPr>
        <p:spPr>
          <a:xfrm>
            <a:off x="609905" y="5817413"/>
            <a:ext cx="1191463" cy="277063"/>
          </a:xfrm>
          <a:prstGeom prst="rect">
            <a:avLst/>
          </a:prstGeom>
          <a:solidFill>
            <a:srgbClr val="2B579A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Aziendali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1870862" y="5817413"/>
            <a:ext cx="1200607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/>
          <p:nvPr/>
        </p:nvSpPr>
        <p:spPr>
          <a:xfrm>
            <a:off x="1870862" y="5817413"/>
            <a:ext cx="1200607" cy="277063"/>
          </a:xfrm>
          <a:prstGeom prst="rect">
            <a:avLst/>
          </a:prstGeom>
          <a:solidFill>
            <a:srgbClr val="2B579A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Curriculum Vitae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3145536" y="5817413"/>
            <a:ext cx="1114654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0"/>
          <p:cNvSpPr/>
          <p:nvPr/>
        </p:nvSpPr>
        <p:spPr>
          <a:xfrm>
            <a:off x="3145536" y="5817413"/>
            <a:ext cx="1114654" cy="277063"/>
          </a:xfrm>
          <a:prstGeom prst="rect">
            <a:avLst/>
          </a:prstGeom>
          <a:solidFill>
            <a:srgbClr val="2B579A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Lettere Formali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609905" y="6163970"/>
            <a:ext cx="638251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22"/>
          <p:cNvSpPr/>
          <p:nvPr/>
        </p:nvSpPr>
        <p:spPr>
          <a:xfrm>
            <a:off x="609905" y="6163970"/>
            <a:ext cx="638251" cy="277063"/>
          </a:xfrm>
          <a:prstGeom prst="rect">
            <a:avLst/>
          </a:prstGeom>
          <a:solidFill>
            <a:srgbClr val="2B579A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Verbali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1318565" y="6163970"/>
            <a:ext cx="476402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24"/>
          <p:cNvSpPr/>
          <p:nvPr/>
        </p:nvSpPr>
        <p:spPr>
          <a:xfrm>
            <a:off x="1318565" y="6163970"/>
            <a:ext cx="476402" cy="277063"/>
          </a:xfrm>
          <a:prstGeom prst="rect">
            <a:avLst/>
          </a:prstGeom>
          <a:solidFill>
            <a:srgbClr val="2B579A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Tesi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 rot="180000">
            <a:off x="5273345" y="1343254"/>
            <a:ext cx="6314846" cy="5171846"/>
          </a:xfrm>
          <a:prstGeom prst="roundRect">
            <a:avLst>
              <a:gd name="adj" fmla="val 78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l="-5" r="-5"/>
          <a:stretch/>
        </p:blipFill>
        <p:spPr>
          <a:xfrm>
            <a:off x="5273345" y="1521562"/>
            <a:ext cx="6309360" cy="4809744"/>
          </a:xfrm>
          <a:prstGeom prst="rect">
            <a:avLst/>
          </a:prstGeom>
        </p:spPr>
      </p:pic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 t="-39" b="-39"/>
          <a:stretch/>
        </p:blipFill>
        <p:spPr>
          <a:xfrm>
            <a:off x="5359298" y="1607515"/>
            <a:ext cx="6137453" cy="314554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5511089" y="1702613"/>
            <a:ext cx="114300" cy="1143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27"/>
          <p:cNvSpPr/>
          <p:nvPr/>
        </p:nvSpPr>
        <p:spPr>
          <a:xfrm>
            <a:off x="5702198" y="1702613"/>
            <a:ext cx="114300" cy="1143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28"/>
          <p:cNvSpPr/>
          <p:nvPr/>
        </p:nvSpPr>
        <p:spPr>
          <a:xfrm>
            <a:off x="5892394" y="1702613"/>
            <a:ext cx="114300" cy="1143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29"/>
          <p:cNvSpPr txBox="1"/>
          <p:nvPr/>
        </p:nvSpPr>
        <p:spPr>
          <a:xfrm>
            <a:off x="6159398" y="1683410"/>
            <a:ext cx="1248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Documento1 - Word</a:t>
            </a:r>
            <a:endParaRPr lang="en-US" sz="9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rcRect t="-8" b="-8"/>
          <a:stretch/>
        </p:blipFill>
        <p:spPr>
          <a:xfrm>
            <a:off x="5359298" y="1960474"/>
            <a:ext cx="6137453" cy="4286707"/>
          </a:xfrm>
          <a:prstGeom prst="rect">
            <a:avLst/>
          </a:prstGeom>
        </p:spPr>
      </p:pic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4"/>
          <a:srcRect l="72" r="72"/>
          <a:stretch/>
        </p:blipFill>
        <p:spPr>
          <a:xfrm>
            <a:off x="5359298" y="2573122"/>
            <a:ext cx="6143854" cy="3066898"/>
          </a:xfrm>
          <a:prstGeom prst="rect">
            <a:avLst/>
          </a:prstGeom>
        </p:spPr>
      </p:pic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5"/>
          <a:srcRect l="-467" r="-467"/>
          <a:stretch/>
        </p:blipFill>
        <p:spPr>
          <a:xfrm>
            <a:off x="6534302" y="2264969"/>
            <a:ext cx="724205" cy="228600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6534302" y="2264969"/>
            <a:ext cx="724205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31"/>
          <p:cNvSpPr/>
          <p:nvPr/>
        </p:nvSpPr>
        <p:spPr>
          <a:xfrm>
            <a:off x="6534302" y="2264969"/>
            <a:ext cx="724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Ribbon Bar</a:t>
            </a:r>
            <a:endParaRPr lang="en-US" sz="9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6"/>
          <a:srcRect l="-101" r="-101"/>
          <a:stretch/>
        </p:blipFill>
        <p:spPr>
          <a:xfrm>
            <a:off x="7833665" y="3921862"/>
            <a:ext cx="1190549" cy="362102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7833665" y="3921862"/>
            <a:ext cx="1190549" cy="362102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9" name="Text 33"/>
          <p:cNvSpPr/>
          <p:nvPr/>
        </p:nvSpPr>
        <p:spPr>
          <a:xfrm>
            <a:off x="7833665" y="3921862"/>
            <a:ext cx="1191463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Area di Lavoro</a:t>
            </a:r>
            <a:endParaRPr lang="en-US" sz="10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7"/>
          <a:srcRect t="-400" b="-400"/>
          <a:stretch/>
        </p:blipFill>
        <p:spPr>
          <a:xfrm>
            <a:off x="609905" y="6590995"/>
            <a:ext cx="914400" cy="38405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10467137" y="6553505"/>
            <a:ext cx="17007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 Module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2B579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2B579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381305"/>
            <a:ext cx="533095" cy="5330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790956" y="533095"/>
            <a:ext cx="171907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33195" y="381305"/>
            <a:ext cx="13331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333195" y="571500"/>
            <a:ext cx="4025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Funzionalità Chiave di </a:t>
            </a:r>
            <a:r>
              <a:rPr lang="en-US" sz="2200" b="1" kern="0" spc="-56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</a:t>
            </a:r>
            <a:endParaRPr lang="en-US" sz="2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09905" y="1143000"/>
            <a:ext cx="3504895" cy="130942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38505" y="1333195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805" y="1447495"/>
            <a:ext cx="152705" cy="1527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33195" y="1390802"/>
            <a:ext cx="10094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Ribbon Bar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838505" y="1828800"/>
            <a:ext cx="3162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Organizzata in schede intuitive: </a:t>
            </a: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(testo), </a:t>
            </a: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Inserisci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(oggetti), </a:t>
            </a: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Layout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(pagina) e </a:t>
            </a: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Riferimenti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4343400" y="1143000"/>
            <a:ext cx="3504895" cy="1309421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572000" y="1333195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4695444" y="1447495"/>
            <a:ext cx="133502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067605" y="1390802"/>
            <a:ext cx="133776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Formattazione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4572000" y="1828800"/>
            <a:ext cx="3162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Controllo granulare su font, paragrafi, elenchi puntati e stili predefiniti per documenti coerenti.</a:t>
            </a:r>
            <a:endParaRPr lang="en-US" sz="10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8076895" y="1143000"/>
            <a:ext cx="3504895" cy="1309421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8305495" y="1333195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19795" y="1447495"/>
            <a:ext cx="152705" cy="1527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8801100" y="1390802"/>
            <a:ext cx="13606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Elementi Visivi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8305495" y="1828800"/>
            <a:ext cx="3162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Inserimento rapido di immagini, tabelle formattate, forme vettoriali e icone dalla libreria Microsoft.</a:t>
            </a:r>
            <a:endParaRPr lang="en-US" sz="10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09905" y="2681021"/>
            <a:ext cx="3504895" cy="1309421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838505" y="2872130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972007" y="2986430"/>
            <a:ext cx="114300" cy="152705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333195" y="2928823"/>
            <a:ext cx="10881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Intestazioni</a:t>
            </a:r>
            <a:endParaRPr lang="en-US" sz="1300" dirty="0"/>
          </a:p>
        </p:txBody>
      </p:sp>
      <p:sp>
        <p:nvSpPr>
          <p:cNvPr id="30" name="Text 17"/>
          <p:cNvSpPr txBox="1"/>
          <p:nvPr/>
        </p:nvSpPr>
        <p:spPr>
          <a:xfrm>
            <a:off x="838505" y="3366821"/>
            <a:ext cx="3162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Gestione avanzata di intestazioni, piè di pagina e numerazione automatica delle pagine per sezioni.</a:t>
            </a:r>
            <a:endParaRPr lang="en-US" sz="10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4343400" y="2681021"/>
            <a:ext cx="3504895" cy="1309421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4572000" y="2872130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86300" y="2986430"/>
            <a:ext cx="152705" cy="152705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5067605" y="2928823"/>
            <a:ext cx="1020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Riferimenti</a:t>
            </a:r>
            <a:endParaRPr lang="en-US" sz="1300" dirty="0"/>
          </a:p>
        </p:txBody>
      </p:sp>
      <p:sp>
        <p:nvSpPr>
          <p:cNvPr id="35" name="Text 20"/>
          <p:cNvSpPr txBox="1"/>
          <p:nvPr/>
        </p:nvSpPr>
        <p:spPr>
          <a:xfrm>
            <a:off x="4572000" y="3366821"/>
            <a:ext cx="3162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Creazione automatica di sommari, indici analitici, citazioni e bibliografie professionali.</a:t>
            </a:r>
            <a:endParaRPr lang="en-US" sz="10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8076895" y="2681021"/>
            <a:ext cx="3504895" cy="1309421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8305495" y="2872130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8401507" y="2986430"/>
            <a:ext cx="190195" cy="152705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8801100" y="2928823"/>
            <a:ext cx="12472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Co-Authoring</a:t>
            </a:r>
            <a:endParaRPr lang="en-US" sz="1300" dirty="0"/>
          </a:p>
        </p:txBody>
      </p:sp>
      <p:sp>
        <p:nvSpPr>
          <p:cNvPr id="40" name="Text 23"/>
          <p:cNvSpPr txBox="1"/>
          <p:nvPr/>
        </p:nvSpPr>
        <p:spPr>
          <a:xfrm>
            <a:off x="8305495" y="3366821"/>
            <a:ext cx="3162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Modifica simultanea con altri utenti, visualizzazione cursori in tempo reale e chat integrata.</a:t>
            </a:r>
            <a:endParaRPr lang="en-US" sz="1000" dirty="0"/>
          </a:p>
        </p:txBody>
      </p:sp>
      <p:sp>
        <p:nvSpPr>
          <p:cNvPr id="41" name="Shape 24"/>
          <p:cNvSpPr/>
          <p:nvPr/>
        </p:nvSpPr>
        <p:spPr>
          <a:xfrm>
            <a:off x="609905" y="5277002"/>
            <a:ext cx="10972800" cy="1200607"/>
          </a:xfrm>
          <a:prstGeom prst="roundRect">
            <a:avLst>
              <a:gd name="adj" fmla="val 72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25"/>
          <p:cNvSpPr txBox="1"/>
          <p:nvPr/>
        </p:nvSpPr>
        <p:spPr>
          <a:xfrm>
            <a:off x="1199693" y="5514746"/>
            <a:ext cx="6458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Collaborazione &amp; Revisione </a:t>
            </a:r>
            <a:endParaRPr lang="en-US" sz="15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47649" y="5553151"/>
            <a:ext cx="237744" cy="190195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847649" y="5857646"/>
            <a:ext cx="6772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 scheda </a:t>
            </a: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Revisione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è fondamentale per il lavoro di squadra. Permette di inserire </a:t>
            </a:r>
            <a:r>
              <a:rPr lang="en-US" sz="9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commenti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tracciare le modifiche con il </a:t>
            </a:r>
            <a:r>
              <a:rPr lang="en-US" sz="9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Changes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accettare o rifiutare suggerimenti dai colleghi. </a:t>
            </a:r>
            <a:endParaRPr lang="en-US" sz="1000" dirty="0"/>
          </a:p>
        </p:txBody>
      </p:sp>
      <p:sp>
        <p:nvSpPr>
          <p:cNvPr id="45" name="Shape 27"/>
          <p:cNvSpPr/>
          <p:nvPr/>
        </p:nvSpPr>
        <p:spPr>
          <a:xfrm>
            <a:off x="7845552" y="5609844"/>
            <a:ext cx="9144" cy="5330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28"/>
          <p:cNvSpPr/>
          <p:nvPr/>
        </p:nvSpPr>
        <p:spPr>
          <a:xfrm>
            <a:off x="8160106" y="5648249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29"/>
          <p:cNvSpPr txBox="1"/>
          <p:nvPr/>
        </p:nvSpPr>
        <p:spPr>
          <a:xfrm>
            <a:off x="8311896" y="5609844"/>
            <a:ext cx="18251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Salvataggio automatico attivo</a:t>
            </a:r>
            <a:endParaRPr lang="en-US" sz="900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60106" y="5838444"/>
            <a:ext cx="304495" cy="304495"/>
          </a:xfrm>
          <a:prstGeom prst="rect">
            <a:avLst/>
          </a:prstGeom>
        </p:spPr>
      </p:pic>
      <p:sp>
        <p:nvSpPr>
          <p:cNvPr id="49" name="Shape 30"/>
          <p:cNvSpPr/>
          <p:nvPr/>
        </p:nvSpPr>
        <p:spPr>
          <a:xfrm>
            <a:off x="8160106" y="5838444"/>
            <a:ext cx="304495" cy="30449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31"/>
          <p:cNvSpPr/>
          <p:nvPr/>
        </p:nvSpPr>
        <p:spPr>
          <a:xfrm>
            <a:off x="8160106" y="583844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JD</a:t>
            </a:r>
            <a:endParaRPr lang="en-US" sz="900" dirty="0"/>
          </a:p>
        </p:txBody>
      </p:sp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88706" y="5838444"/>
            <a:ext cx="304495" cy="304495"/>
          </a:xfrm>
          <a:prstGeom prst="rect">
            <a:avLst/>
          </a:prstGeom>
        </p:spPr>
      </p:pic>
      <p:sp>
        <p:nvSpPr>
          <p:cNvPr id="52" name="Shape 32"/>
          <p:cNvSpPr/>
          <p:nvPr/>
        </p:nvSpPr>
        <p:spPr>
          <a:xfrm>
            <a:off x="8388706" y="5838444"/>
            <a:ext cx="304495" cy="30449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33"/>
          <p:cNvSpPr/>
          <p:nvPr/>
        </p:nvSpPr>
        <p:spPr>
          <a:xfrm>
            <a:off x="8388706" y="583844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MK</a:t>
            </a:r>
            <a:endParaRPr lang="en-US" sz="900" dirty="0"/>
          </a:p>
        </p:txBody>
      </p:sp>
      <p:pic>
        <p:nvPicPr>
          <p:cNvPr id="54" name="Image 18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17306" y="5838444"/>
            <a:ext cx="304495" cy="304495"/>
          </a:xfrm>
          <a:prstGeom prst="rect">
            <a:avLst/>
          </a:prstGeom>
        </p:spPr>
      </p:pic>
      <p:sp>
        <p:nvSpPr>
          <p:cNvPr id="55" name="Shape 34"/>
          <p:cNvSpPr/>
          <p:nvPr/>
        </p:nvSpPr>
        <p:spPr>
          <a:xfrm>
            <a:off x="8617306" y="5838444"/>
            <a:ext cx="304495" cy="30449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35"/>
          <p:cNvSpPr/>
          <p:nvPr/>
        </p:nvSpPr>
        <p:spPr>
          <a:xfrm>
            <a:off x="8617306" y="583844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</a:t>
            </a:r>
            <a:endParaRPr lang="en-US" sz="900" dirty="0"/>
          </a:p>
        </p:txBody>
      </p:sp>
      <p:pic>
        <p:nvPicPr>
          <p:cNvPr id="57" name="Image 19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845906" y="5838444"/>
            <a:ext cx="304495" cy="304495"/>
          </a:xfrm>
          <a:prstGeom prst="rect">
            <a:avLst/>
          </a:prstGeom>
        </p:spPr>
      </p:pic>
      <p:sp>
        <p:nvSpPr>
          <p:cNvPr id="58" name="Shape 36"/>
          <p:cNvSpPr/>
          <p:nvPr/>
        </p:nvSpPr>
        <p:spPr>
          <a:xfrm>
            <a:off x="8845906" y="5838444"/>
            <a:ext cx="304495" cy="30449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59" name="Text 37"/>
          <p:cNvSpPr/>
          <p:nvPr/>
        </p:nvSpPr>
        <p:spPr>
          <a:xfrm>
            <a:off x="8845906" y="583844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+2</a:t>
            </a:r>
            <a:endParaRPr lang="en-US" sz="900" dirty="0"/>
          </a:p>
        </p:txBody>
      </p:sp>
      <p:sp>
        <p:nvSpPr>
          <p:cNvPr id="60" name="Text 38"/>
          <p:cNvSpPr txBox="1"/>
          <p:nvPr/>
        </p:nvSpPr>
        <p:spPr>
          <a:xfrm>
            <a:off x="10467137" y="6553505"/>
            <a:ext cx="17007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 Module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761695" y="3810305"/>
            <a:ext cx="3810305" cy="3810305"/>
          </a:xfrm>
          <a:prstGeom prst="ellipse">
            <a:avLst/>
          </a:prstGeom>
          <a:solidFill>
            <a:srgbClr val="21734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934102" y="-476402"/>
            <a:ext cx="2381098" cy="2381098"/>
          </a:xfrm>
          <a:prstGeom prst="ellipse">
            <a:avLst/>
          </a:prstGeom>
          <a:solidFill>
            <a:srgbClr val="21734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480974"/>
            <a:ext cx="609905" cy="6099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118" r="-1118"/>
          <a:stretch/>
        </p:blipFill>
        <p:spPr>
          <a:xfrm>
            <a:off x="804672" y="642823"/>
            <a:ext cx="219456" cy="2862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47495" y="457200"/>
            <a:ext cx="15544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1447495" y="685800"/>
            <a:ext cx="325252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Microsoft </a:t>
            </a:r>
            <a:r>
              <a:rPr lang="en-US" sz="2700" b="1" kern="0" spc="-67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</a:t>
            </a:r>
            <a:endParaRPr lang="en-US" sz="2700" dirty="0"/>
          </a:p>
        </p:txBody>
      </p:sp>
      <p:sp>
        <p:nvSpPr>
          <p:cNvPr id="11" name="Shape 6"/>
          <p:cNvSpPr/>
          <p:nvPr/>
        </p:nvSpPr>
        <p:spPr>
          <a:xfrm>
            <a:off x="609905" y="1724558"/>
            <a:ext cx="4209898" cy="19202"/>
          </a:xfrm>
          <a:prstGeom prst="rect">
            <a:avLst/>
          </a:prstGeom>
          <a:solidFill>
            <a:srgbClr val="217346">
              <a:alpha val="20000"/>
            </a:srgbClr>
          </a:solidFill>
          <a:ln w="12700">
            <a:solidFill>
              <a:srgbClr val="2173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7"/>
          <p:cNvSpPr txBox="1"/>
          <p:nvPr/>
        </p:nvSpPr>
        <p:spPr>
          <a:xfrm>
            <a:off x="609905" y="1343254"/>
            <a:ext cx="43251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Cos'è Excel?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09905" y="1895551"/>
            <a:ext cx="42867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 potente foglio di calcolo per l'analisi dei dati, la visualizzazione e la reportistica aziendale avanzata.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76910" y="2757830"/>
            <a:ext cx="4058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Caratteristiche Chiave 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09905" y="2805379"/>
            <a:ext cx="190195" cy="171907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609905" y="3215030"/>
            <a:ext cx="123444" cy="17190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47649" y="3176626"/>
            <a:ext cx="4048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Formule e Calcoli: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Automazione matematica e logica complessa.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609905" y="3824021"/>
            <a:ext cx="190195" cy="17190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14400" y="3786530"/>
            <a:ext cx="3982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Grafici e Visualizzazioni: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Trasforma i dati in insight visivi chiari.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9905" y="4433926"/>
            <a:ext cx="171907" cy="171907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95198" y="4395521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Tabelle e Pivot: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Organizza e riassumi grandi volumi di dati.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09905" y="5043830"/>
            <a:ext cx="171907" cy="171907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895198" y="5005426"/>
            <a:ext cx="4452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Analisi Dati: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Strumenti avanzati per decisioni informate.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609905" y="5691226"/>
            <a:ext cx="4325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Casi d'Uso Comuni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609905" y="5995721"/>
            <a:ext cx="1248156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16"/>
          <p:cNvSpPr/>
          <p:nvPr/>
        </p:nvSpPr>
        <p:spPr>
          <a:xfrm>
            <a:off x="609905" y="5995721"/>
            <a:ext cx="1248156" cy="277063"/>
          </a:xfrm>
          <a:prstGeom prst="rect">
            <a:avLst/>
          </a:prstGeom>
          <a:solidFill>
            <a:srgbClr val="217346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&amp; Finanza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1927555" y="5995721"/>
            <a:ext cx="1285646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/>
          <p:nvPr/>
        </p:nvSpPr>
        <p:spPr>
          <a:xfrm>
            <a:off x="1927555" y="5995721"/>
            <a:ext cx="1286561" cy="277063"/>
          </a:xfrm>
          <a:prstGeom prst="rect">
            <a:avLst/>
          </a:prstGeom>
          <a:solidFill>
            <a:srgbClr val="217346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Gestione Inventari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3285439" y="5995721"/>
            <a:ext cx="847649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0"/>
          <p:cNvSpPr/>
          <p:nvPr/>
        </p:nvSpPr>
        <p:spPr>
          <a:xfrm>
            <a:off x="3285439" y="5995721"/>
            <a:ext cx="848563" cy="277063"/>
          </a:xfrm>
          <a:prstGeom prst="rect">
            <a:avLst/>
          </a:prstGeom>
          <a:solidFill>
            <a:srgbClr val="217346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Statistiche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609905" y="6343193"/>
            <a:ext cx="1218895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22"/>
          <p:cNvSpPr/>
          <p:nvPr/>
        </p:nvSpPr>
        <p:spPr>
          <a:xfrm>
            <a:off x="609905" y="6343193"/>
            <a:ext cx="1219810" cy="277063"/>
          </a:xfrm>
          <a:prstGeom prst="rect">
            <a:avLst/>
          </a:prstGeom>
          <a:solidFill>
            <a:srgbClr val="217346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Finanziari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1901038" y="6343193"/>
            <a:ext cx="1095451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24"/>
          <p:cNvSpPr/>
          <p:nvPr/>
        </p:nvSpPr>
        <p:spPr>
          <a:xfrm>
            <a:off x="1901038" y="6343193"/>
            <a:ext cx="1095451" cy="277063"/>
          </a:xfrm>
          <a:prstGeom prst="rect">
            <a:avLst/>
          </a:prstGeom>
          <a:solidFill>
            <a:srgbClr val="217346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Analisi Vendite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 rot="180000">
            <a:off x="5273345" y="1343254"/>
            <a:ext cx="6314846" cy="5352898"/>
          </a:xfrm>
          <a:prstGeom prst="roundRect">
            <a:avLst>
              <a:gd name="adj" fmla="val 729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l="-5" r="-5"/>
          <a:stretch/>
        </p:blipFill>
        <p:spPr>
          <a:xfrm>
            <a:off x="5273345" y="1611173"/>
            <a:ext cx="6309360" cy="4809744"/>
          </a:xfrm>
          <a:prstGeom prst="rect">
            <a:avLst/>
          </a:prstGeom>
        </p:spPr>
      </p:pic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 t="-39" b="-39"/>
          <a:stretch/>
        </p:blipFill>
        <p:spPr>
          <a:xfrm>
            <a:off x="5359298" y="1697126"/>
            <a:ext cx="6137453" cy="314554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5511089" y="1792224"/>
            <a:ext cx="114300" cy="1143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27"/>
          <p:cNvSpPr/>
          <p:nvPr/>
        </p:nvSpPr>
        <p:spPr>
          <a:xfrm>
            <a:off x="5702198" y="1792224"/>
            <a:ext cx="114300" cy="1143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28"/>
          <p:cNvSpPr/>
          <p:nvPr/>
        </p:nvSpPr>
        <p:spPr>
          <a:xfrm>
            <a:off x="5892394" y="1792224"/>
            <a:ext cx="114300" cy="1143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29"/>
          <p:cNvSpPr txBox="1"/>
          <p:nvPr/>
        </p:nvSpPr>
        <p:spPr>
          <a:xfrm>
            <a:off x="6159398" y="1773022"/>
            <a:ext cx="1114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Cartel1 - Excel</a:t>
            </a:r>
            <a:endParaRPr lang="en-US" sz="9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rcRect b="6417"/>
          <a:stretch/>
        </p:blipFill>
        <p:spPr>
          <a:xfrm>
            <a:off x="5359298" y="2049170"/>
            <a:ext cx="6143854" cy="4286707"/>
          </a:xfrm>
          <a:prstGeom prst="rect">
            <a:avLst/>
          </a:prstGeom>
        </p:spPr>
      </p:pic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4"/>
          <a:srcRect l="-245" r="-245"/>
          <a:stretch/>
        </p:blipFill>
        <p:spPr>
          <a:xfrm>
            <a:off x="5739689" y="2506370"/>
            <a:ext cx="1162202" cy="22860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5739689" y="2506370"/>
            <a:ext cx="1162202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31"/>
          <p:cNvSpPr/>
          <p:nvPr/>
        </p:nvSpPr>
        <p:spPr>
          <a:xfrm>
            <a:off x="5739689" y="2506370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71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Barra della Formula</a:t>
            </a:r>
            <a:endParaRPr lang="en-US" sz="9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5"/>
          <a:srcRect l="-216" r="-216"/>
          <a:stretch/>
        </p:blipFill>
        <p:spPr>
          <a:xfrm>
            <a:off x="7901330" y="4011473"/>
            <a:ext cx="1057046" cy="362102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7901330" y="4011473"/>
            <a:ext cx="1057046" cy="362102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33"/>
          <p:cNvSpPr/>
          <p:nvPr/>
        </p:nvSpPr>
        <p:spPr>
          <a:xfrm>
            <a:off x="7901330" y="4011473"/>
            <a:ext cx="1057961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Griglia Celle</a:t>
            </a:r>
            <a:endParaRPr lang="en-US" sz="100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6"/>
          <a:srcRect t="-400" b="-400"/>
          <a:stretch/>
        </p:blipFill>
        <p:spPr>
          <a:xfrm>
            <a:off x="609905" y="6590995"/>
            <a:ext cx="914400" cy="38405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10467137" y="6514642"/>
            <a:ext cx="17007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 Module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761695" y="3810305"/>
            <a:ext cx="3810305" cy="3810305"/>
          </a:xfrm>
          <a:prstGeom prst="ellipse">
            <a:avLst/>
          </a:prstGeom>
          <a:solidFill>
            <a:srgbClr val="21734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934102" y="-476402"/>
            <a:ext cx="2381098" cy="2381098"/>
          </a:xfrm>
          <a:prstGeom prst="ellipse">
            <a:avLst/>
          </a:prstGeom>
          <a:solidFill>
            <a:srgbClr val="21734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405079"/>
            <a:ext cx="609905" cy="6099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118" r="-1118"/>
          <a:stretch/>
        </p:blipFill>
        <p:spPr>
          <a:xfrm>
            <a:off x="804672" y="566928"/>
            <a:ext cx="219456" cy="2862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47495" y="381305"/>
            <a:ext cx="15544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1447495" y="609905"/>
            <a:ext cx="632033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Microsoft </a:t>
            </a:r>
            <a:r>
              <a:rPr lang="en-US" sz="2700" b="1" kern="0" spc="-67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</a:t>
            </a:r>
            <a:r>
              <a:rPr lang="en-US" sz="2700" b="1" kern="0" spc="-67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Funzionalità 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810158" y="1216152"/>
            <a:ext cx="4334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Formule Base 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2222" b="-2222"/>
          <a:stretch/>
        </p:blipFill>
        <p:spPr>
          <a:xfrm>
            <a:off x="609905" y="1256386"/>
            <a:ext cx="123444" cy="17190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76910" y="2778862"/>
            <a:ext cx="4267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Visualizzazioni 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609905" y="2819095"/>
            <a:ext cx="190195" cy="171907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57707" y="4317797"/>
            <a:ext cx="4286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Gestione Dati 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9905" y="4358030"/>
            <a:ext cx="171907" cy="17190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76910" y="5346497"/>
            <a:ext cx="4267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Formattazione Condizionale 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 t="-842" b="-842"/>
          <a:stretch/>
        </p:blipFill>
        <p:spPr>
          <a:xfrm>
            <a:off x="609905" y="5386730"/>
            <a:ext cx="190195" cy="171907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rcRect t="-14" b="-14"/>
          <a:stretch/>
        </p:blipFill>
        <p:spPr>
          <a:xfrm>
            <a:off x="5404104" y="1576426"/>
            <a:ext cx="6178601" cy="1772107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413248" y="1585570"/>
            <a:ext cx="6163056" cy="371246"/>
          </a:xfrm>
          <a:prstGeom prst="roundRect">
            <a:avLst>
              <a:gd name="adj" fmla="val 50524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1"/>
          <p:cNvSpPr/>
          <p:nvPr/>
        </p:nvSpPr>
        <p:spPr>
          <a:xfrm>
            <a:off x="5413248" y="1947672"/>
            <a:ext cx="6163056" cy="9144"/>
          </a:xfrm>
          <a:prstGeom prst="roundRect">
            <a:avLst>
              <a:gd name="adj" fmla="val 2051282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2"/>
          <p:cNvSpPr txBox="1"/>
          <p:nvPr/>
        </p:nvSpPr>
        <p:spPr>
          <a:xfrm>
            <a:off x="5527548" y="1690726"/>
            <a:ext cx="219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fx</a:t>
            </a:r>
            <a:endParaRPr lang="en-US" sz="900" dirty="0"/>
          </a:p>
        </p:txBody>
      </p:sp>
      <p:sp>
        <p:nvSpPr>
          <p:cNvPr id="23" name="Shape 13"/>
          <p:cNvSpPr/>
          <p:nvPr/>
        </p:nvSpPr>
        <p:spPr>
          <a:xfrm>
            <a:off x="5740603" y="1662379"/>
            <a:ext cx="5724144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14"/>
          <p:cNvSpPr/>
          <p:nvPr/>
        </p:nvSpPr>
        <p:spPr>
          <a:xfrm>
            <a:off x="5740603" y="1662379"/>
            <a:ext cx="5725058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=SE(C2&gt;1000; "Obiettivo Raggiunto"; "Da migliorare")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413248" y="1957730"/>
          <a:ext cx="6150255" cy="1381660"/>
        </p:xfrm>
        <a:graphic>
          <a:graphicData uri="http://schemas.openxmlformats.org/drawingml/2006/table">
            <a:tbl>
              <a:tblPr/>
              <a:tblGrid>
                <a:gridCol w="225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4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Agente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Regione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Vendite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Stato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Mario Rossi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€ 1.250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Obiettivo Raggiunto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Luca Bianchi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Centro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€ 850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 migliorare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15"/>
          <p:cNvSpPr txBox="1"/>
          <p:nvPr/>
        </p:nvSpPr>
        <p:spPr>
          <a:xfrm>
            <a:off x="609905" y="1543507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=SOMMA()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Totale valori</a:t>
            </a:r>
            <a:endParaRPr lang="en-US" sz="1100" dirty="0"/>
          </a:p>
        </p:txBody>
      </p:sp>
      <p:sp>
        <p:nvSpPr>
          <p:cNvPr id="27" name="Text 16"/>
          <p:cNvSpPr txBox="1"/>
          <p:nvPr/>
        </p:nvSpPr>
        <p:spPr>
          <a:xfrm>
            <a:off x="609905" y="1805026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=MEDIA()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Media aritmetica</a:t>
            </a:r>
            <a:endParaRPr lang="en-US" sz="1100" dirty="0"/>
          </a:p>
        </p:txBody>
      </p:sp>
      <p:sp>
        <p:nvSpPr>
          <p:cNvPr id="28" name="Text 17"/>
          <p:cNvSpPr txBox="1"/>
          <p:nvPr/>
        </p:nvSpPr>
        <p:spPr>
          <a:xfrm>
            <a:off x="609905" y="2065630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=CONTA.SE()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Conteggio condizionale</a:t>
            </a:r>
            <a:endParaRPr lang="en-US" sz="1100" dirty="0"/>
          </a:p>
        </p:txBody>
      </p:sp>
      <p:sp>
        <p:nvSpPr>
          <p:cNvPr id="29" name="Text 18"/>
          <p:cNvSpPr txBox="1"/>
          <p:nvPr/>
        </p:nvSpPr>
        <p:spPr>
          <a:xfrm>
            <a:off x="609905" y="2327148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=SE()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Logica condizionale (Vero/Falso)</a:t>
            </a:r>
            <a:endParaRPr lang="en-US" sz="1100" dirty="0"/>
          </a:p>
        </p:txBody>
      </p:sp>
      <p:sp>
        <p:nvSpPr>
          <p:cNvPr id="30" name="Text 19"/>
          <p:cNvSpPr txBox="1"/>
          <p:nvPr/>
        </p:nvSpPr>
        <p:spPr>
          <a:xfrm>
            <a:off x="609905" y="3106217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Grafici a Colonne e Barre per confronti</a:t>
            </a:r>
            <a:endParaRPr lang="en-US" sz="1100" dirty="0"/>
          </a:p>
        </p:txBody>
      </p:sp>
      <p:sp>
        <p:nvSpPr>
          <p:cNvPr id="31" name="Text 20"/>
          <p:cNvSpPr txBox="1"/>
          <p:nvPr/>
        </p:nvSpPr>
        <p:spPr>
          <a:xfrm>
            <a:off x="609905" y="336133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Grafici a Linee per trend temporali</a:t>
            </a:r>
            <a:endParaRPr lang="en-US" sz="1100" dirty="0"/>
          </a:p>
        </p:txBody>
      </p:sp>
      <p:sp>
        <p:nvSpPr>
          <p:cNvPr id="32" name="Text 21"/>
          <p:cNvSpPr txBox="1"/>
          <p:nvPr/>
        </p:nvSpPr>
        <p:spPr>
          <a:xfrm>
            <a:off x="609905" y="3616452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Grafici a Torta per percentuali</a:t>
            </a:r>
            <a:endParaRPr lang="en-US" sz="1100" dirty="0"/>
          </a:p>
        </p:txBody>
      </p:sp>
      <p:sp>
        <p:nvSpPr>
          <p:cNvPr id="33" name="Text 22"/>
          <p:cNvSpPr txBox="1"/>
          <p:nvPr/>
        </p:nvSpPr>
        <p:spPr>
          <a:xfrm>
            <a:off x="609905" y="387248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Grafici a Dispersione per correlazioni</a:t>
            </a:r>
            <a:endParaRPr lang="en-US" sz="1100" dirty="0"/>
          </a:p>
        </p:txBody>
      </p:sp>
      <p:sp>
        <p:nvSpPr>
          <p:cNvPr id="34" name="Text 23"/>
          <p:cNvSpPr txBox="1"/>
          <p:nvPr/>
        </p:nvSpPr>
        <p:spPr>
          <a:xfrm>
            <a:off x="609905" y="4645152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Formattazione Celle e Tabelle (Ctrl+T)</a:t>
            </a:r>
            <a:endParaRPr lang="en-US" sz="1100" dirty="0"/>
          </a:p>
        </p:txBody>
      </p:sp>
      <p:sp>
        <p:nvSpPr>
          <p:cNvPr id="35" name="Text 24"/>
          <p:cNvSpPr txBox="1"/>
          <p:nvPr/>
        </p:nvSpPr>
        <p:spPr>
          <a:xfrm>
            <a:off x="609905" y="490118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Filtri e Ordinamento avanzato</a:t>
            </a:r>
            <a:endParaRPr lang="en-US" sz="1100" dirty="0"/>
          </a:p>
        </p:txBody>
      </p:sp>
      <p:sp>
        <p:nvSpPr>
          <p:cNvPr id="36" name="Text 25"/>
          <p:cNvSpPr txBox="1"/>
          <p:nvPr/>
        </p:nvSpPr>
        <p:spPr>
          <a:xfrm>
            <a:off x="609905" y="5673852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Evidenziazione automatica (es. valori &gt; soglia)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609905" y="592988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Barre dei dati e Scale di colore</a:t>
            </a:r>
            <a:endParaRPr lang="en-US" sz="11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 t="-7" b="-7"/>
          <a:stretch/>
        </p:blipFill>
        <p:spPr>
          <a:xfrm>
            <a:off x="5404104" y="3576218"/>
            <a:ext cx="6178601" cy="2438705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5508346" y="3738982"/>
            <a:ext cx="5972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Analisi Vendite Trimestrali</a:t>
            </a:r>
            <a:endParaRPr lang="en-US" sz="10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rcRect l="-69" r="-69"/>
          <a:stretch/>
        </p:blipFill>
        <p:spPr>
          <a:xfrm>
            <a:off x="5565953" y="3899916"/>
            <a:ext cx="5857646" cy="2115007"/>
          </a:xfrm>
          <a:prstGeom prst="rect">
            <a:avLst/>
          </a:prstGeom>
        </p:spPr>
      </p:pic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3"/>
          <a:srcRect t="-400" b="-400"/>
          <a:stretch/>
        </p:blipFill>
        <p:spPr>
          <a:xfrm>
            <a:off x="609905" y="6590995"/>
            <a:ext cx="914400" cy="3840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10467137" y="6553505"/>
            <a:ext cx="17007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 Module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761695" y="3810305"/>
            <a:ext cx="3810305" cy="3810305"/>
          </a:xfrm>
          <a:prstGeom prst="ellipse">
            <a:avLst/>
          </a:prstGeom>
          <a:solidFill>
            <a:srgbClr val="D2472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934102" y="-476402"/>
            <a:ext cx="2381098" cy="2381098"/>
          </a:xfrm>
          <a:prstGeom prst="ellipse">
            <a:avLst/>
          </a:prstGeom>
          <a:solidFill>
            <a:srgbClr val="D2472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480974"/>
            <a:ext cx="609905" cy="6099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118" r="-1118"/>
          <a:stretch/>
        </p:blipFill>
        <p:spPr>
          <a:xfrm>
            <a:off x="804672" y="642823"/>
            <a:ext cx="219456" cy="2862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47495" y="457200"/>
            <a:ext cx="15544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1447495" y="685800"/>
            <a:ext cx="428030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Microsoft </a:t>
            </a:r>
            <a:r>
              <a:rPr lang="en-US" sz="2700" b="1" kern="0" spc="-67" dirty="0">
                <a:solidFill>
                  <a:srgbClr val="D247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PowerPoint</a:t>
            </a:r>
            <a:endParaRPr lang="en-US" sz="2700" dirty="0"/>
          </a:p>
        </p:txBody>
      </p:sp>
      <p:sp>
        <p:nvSpPr>
          <p:cNvPr id="11" name="Shape 6"/>
          <p:cNvSpPr/>
          <p:nvPr/>
        </p:nvSpPr>
        <p:spPr>
          <a:xfrm>
            <a:off x="609905" y="1922983"/>
            <a:ext cx="4209898" cy="19202"/>
          </a:xfrm>
          <a:prstGeom prst="rect">
            <a:avLst/>
          </a:prstGeom>
          <a:solidFill>
            <a:srgbClr val="D24726">
              <a:alpha val="20000"/>
            </a:srgbClr>
          </a:solidFill>
          <a:ln w="12700">
            <a:solidFill>
              <a:srgbClr val="D24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7"/>
          <p:cNvSpPr txBox="1"/>
          <p:nvPr/>
        </p:nvSpPr>
        <p:spPr>
          <a:xfrm>
            <a:off x="609905" y="1541678"/>
            <a:ext cx="43251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Cos'è PowerPoint?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09905" y="2093976"/>
            <a:ext cx="42867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Strumento essenziale per creare presentazioni efficaci, coinvolgenti e dall'aspetto professionale in pochi click.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76910" y="2956255"/>
            <a:ext cx="4058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Caratteristiche Chiave 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09905" y="3003804"/>
            <a:ext cx="190195" cy="171907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905" y="3413455"/>
            <a:ext cx="171907" cy="17190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95198" y="3375050"/>
            <a:ext cx="37737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Temi e Design: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Layout predefiniti professionali.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609905" y="3793846"/>
            <a:ext cx="190195" cy="17190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14400" y="3756355"/>
            <a:ext cx="31519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Layout Slide: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Strutture personalizzabili.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9905" y="4175150"/>
            <a:ext cx="171907" cy="171907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95198" y="4136746"/>
            <a:ext cx="3510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Animazioni: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Transizioni dinamiche tra slide.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t="-1310" b="-1310"/>
          <a:stretch/>
        </p:blipFill>
        <p:spPr>
          <a:xfrm>
            <a:off x="609905" y="4556455"/>
            <a:ext cx="209398" cy="171907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33602" y="4518050"/>
            <a:ext cx="3805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Multimedia: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Inserimento facile di video e audio.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609905" y="5203850"/>
            <a:ext cx="4325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Casi d'Uso Comuni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609905" y="5508346"/>
            <a:ext cx="1591056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16"/>
          <p:cNvSpPr/>
          <p:nvPr/>
        </p:nvSpPr>
        <p:spPr>
          <a:xfrm>
            <a:off x="609905" y="5508346"/>
            <a:ext cx="1591056" cy="277063"/>
          </a:xfrm>
          <a:prstGeom prst="rect">
            <a:avLst/>
          </a:prstGeom>
          <a:solidFill>
            <a:srgbClr val="D24726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247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Presentazioni Aziendali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2275942" y="5508346"/>
            <a:ext cx="1143000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/>
          <p:nvPr/>
        </p:nvSpPr>
        <p:spPr>
          <a:xfrm>
            <a:off x="2275942" y="5508346"/>
            <a:ext cx="1143000" cy="277063"/>
          </a:xfrm>
          <a:prstGeom prst="rect">
            <a:avLst/>
          </a:prstGeom>
          <a:solidFill>
            <a:srgbClr val="D24726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247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Pitch Investitori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609905" y="5855818"/>
            <a:ext cx="1410005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0"/>
          <p:cNvSpPr/>
          <p:nvPr/>
        </p:nvSpPr>
        <p:spPr>
          <a:xfrm>
            <a:off x="609905" y="5855818"/>
            <a:ext cx="1410005" cy="277063"/>
          </a:xfrm>
          <a:prstGeom prst="rect">
            <a:avLst/>
          </a:prstGeom>
          <a:solidFill>
            <a:srgbClr val="D24726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247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Lezioni Universitarie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2091233" y="5855818"/>
            <a:ext cx="1047902" cy="276149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22"/>
          <p:cNvSpPr/>
          <p:nvPr/>
        </p:nvSpPr>
        <p:spPr>
          <a:xfrm>
            <a:off x="2091233" y="5855818"/>
            <a:ext cx="1047902" cy="277063"/>
          </a:xfrm>
          <a:prstGeom prst="rect">
            <a:avLst/>
          </a:prstGeom>
          <a:solidFill>
            <a:srgbClr val="D24726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247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Visuali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 rot="180000">
            <a:off x="5273345" y="1343254"/>
            <a:ext cx="6314846" cy="5057546"/>
          </a:xfrm>
          <a:prstGeom prst="roundRect">
            <a:avLst>
              <a:gd name="adj" fmla="val 817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 l="-5" r="-5"/>
          <a:stretch/>
        </p:blipFill>
        <p:spPr>
          <a:xfrm>
            <a:off x="5273345" y="1466698"/>
            <a:ext cx="6309360" cy="4809744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rcRect t="-39" b="-39"/>
          <a:stretch/>
        </p:blipFill>
        <p:spPr>
          <a:xfrm>
            <a:off x="5359298" y="1552651"/>
            <a:ext cx="6137453" cy="314554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5511089" y="1647749"/>
            <a:ext cx="114300" cy="1143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5"/>
          <p:cNvSpPr/>
          <p:nvPr/>
        </p:nvSpPr>
        <p:spPr>
          <a:xfrm>
            <a:off x="5702198" y="1647749"/>
            <a:ext cx="114300" cy="1143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26"/>
          <p:cNvSpPr/>
          <p:nvPr/>
        </p:nvSpPr>
        <p:spPr>
          <a:xfrm>
            <a:off x="5892394" y="1647749"/>
            <a:ext cx="114300" cy="1143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7"/>
          <p:cNvSpPr txBox="1"/>
          <p:nvPr/>
        </p:nvSpPr>
        <p:spPr>
          <a:xfrm>
            <a:off x="6159398" y="1628546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Presentazione1 - PowerPoint</a:t>
            </a:r>
            <a:endParaRPr lang="en-US" sz="9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3"/>
          <a:srcRect l="10437" r="10437"/>
          <a:stretch/>
        </p:blipFill>
        <p:spPr>
          <a:xfrm>
            <a:off x="5359298" y="1904695"/>
            <a:ext cx="6143854" cy="4286707"/>
          </a:xfrm>
          <a:prstGeom prst="rect">
            <a:avLst/>
          </a:prstGeom>
        </p:spPr>
      </p:pic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4"/>
          <a:srcRect l="-294" r="-294"/>
          <a:stretch/>
        </p:blipFill>
        <p:spPr>
          <a:xfrm>
            <a:off x="5587898" y="2667305"/>
            <a:ext cx="905256" cy="228600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5587898" y="2667305"/>
            <a:ext cx="905256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29"/>
          <p:cNvSpPr/>
          <p:nvPr/>
        </p:nvSpPr>
        <p:spPr>
          <a:xfrm>
            <a:off x="5587898" y="2667305"/>
            <a:ext cx="9052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9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Riquadro Slide</a:t>
            </a:r>
            <a:endParaRPr lang="en-US" sz="9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5"/>
          <a:srcRect l="-158" r="-158"/>
          <a:stretch/>
        </p:blipFill>
        <p:spPr>
          <a:xfrm>
            <a:off x="10043770" y="5372100"/>
            <a:ext cx="1228954" cy="362102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10043770" y="5372100"/>
            <a:ext cx="1228954" cy="362102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31"/>
          <p:cNvSpPr/>
          <p:nvPr/>
        </p:nvSpPr>
        <p:spPr>
          <a:xfrm>
            <a:off x="10410444" y="5372100"/>
            <a:ext cx="862279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Designer AI </a:t>
            </a:r>
            <a:endParaRPr lang="en-US" sz="10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205618" y="5483657"/>
            <a:ext cx="133502" cy="133502"/>
          </a:xfrm>
          <a:prstGeom prst="rect">
            <a:avLst/>
          </a:prstGeom>
        </p:spPr>
      </p:pic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7"/>
          <a:srcRect t="-400" b="-400"/>
          <a:stretch/>
        </p:blipFill>
        <p:spPr>
          <a:xfrm>
            <a:off x="609905" y="6590995"/>
            <a:ext cx="914400" cy="38405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10467137" y="6553505"/>
            <a:ext cx="17007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 Module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D2472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D2472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381305"/>
            <a:ext cx="533095" cy="5330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790956" y="533095"/>
            <a:ext cx="171907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33195" y="381305"/>
            <a:ext cx="13331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333195" y="571500"/>
            <a:ext cx="4867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Funzionalità Chiave di </a:t>
            </a:r>
            <a:r>
              <a:rPr lang="en-US" sz="2200" b="1" kern="0" spc="-56" dirty="0">
                <a:solidFill>
                  <a:srgbClr val="D247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PowerPoint</a:t>
            </a:r>
            <a:endParaRPr lang="en-US" sz="2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609905" y="1143000"/>
            <a:ext cx="3504895" cy="152613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38505" y="1333195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942746" y="1447495"/>
            <a:ext cx="171907" cy="1527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33195" y="1390802"/>
            <a:ext cx="16331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Layout Predefiniti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838505" y="1828800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Strutture slide pronte all'uso con combinazioni professionali di colori, font ed effetti per presentazioni coerenti.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4343400" y="1143000"/>
            <a:ext cx="3504895" cy="1526134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572000" y="1333195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4677156" y="1447495"/>
            <a:ext cx="171907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067605" y="1390802"/>
            <a:ext cx="10661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Designer AI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4572000" y="1828800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L'intelligenza artificiale analizza il contenuto e propone automaticamente layout grafici moderni e accattivanti.</a:t>
            </a:r>
            <a:endParaRPr lang="en-US" sz="10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8076895" y="1143000"/>
            <a:ext cx="3504895" cy="1526134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8305495" y="1333195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8410651" y="1447495"/>
            <a:ext cx="171907" cy="1527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8801100" y="1390802"/>
            <a:ext cx="15873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Immagini e Icone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8305495" y="1828800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Accesso a librerie di stock image, icone vettoriali e strumenti di editing integrati per arricchire visivamente le slide.</a:t>
            </a:r>
            <a:endParaRPr lang="en-US" sz="10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609905" y="2897734"/>
            <a:ext cx="3504895" cy="1526134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838505" y="3088843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942746" y="3203143"/>
            <a:ext cx="171907" cy="152705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333195" y="3145536"/>
            <a:ext cx="114482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Grafici Excel</a:t>
            </a:r>
            <a:endParaRPr lang="en-US" sz="1300" dirty="0"/>
          </a:p>
        </p:txBody>
      </p:sp>
      <p:sp>
        <p:nvSpPr>
          <p:cNvPr id="30" name="Text 17"/>
          <p:cNvSpPr txBox="1"/>
          <p:nvPr/>
        </p:nvSpPr>
        <p:spPr>
          <a:xfrm>
            <a:off x="838505" y="3583534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Collegamento dinamico ai dati Excel: aggiorna il foglio di calcolo e il grafico nella presentazione si adegua automaticamente.</a:t>
            </a:r>
            <a:endParaRPr lang="en-US" sz="10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4343400" y="2897734"/>
            <a:ext cx="3504895" cy="1526134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4572000" y="3088843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4677156" y="3203143"/>
            <a:ext cx="171907" cy="152705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5067605" y="3145536"/>
            <a:ext cx="85039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SmartArt</a:t>
            </a:r>
            <a:endParaRPr lang="en-US" sz="1300" dirty="0"/>
          </a:p>
        </p:txBody>
      </p:sp>
      <p:sp>
        <p:nvSpPr>
          <p:cNvPr id="35" name="Text 20"/>
          <p:cNvSpPr txBox="1"/>
          <p:nvPr/>
        </p:nvSpPr>
        <p:spPr>
          <a:xfrm>
            <a:off x="4572000" y="3583534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Trasforma elenchi puntati in diagrammi visivi professionali per rappresentare processi, gerarchie e cicli.</a:t>
            </a:r>
            <a:endParaRPr lang="en-US" sz="10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8076895" y="2897734"/>
            <a:ext cx="3504895" cy="1526134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8305495" y="3088843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19795" y="3203143"/>
            <a:ext cx="152705" cy="152705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8801100" y="3145536"/>
            <a:ext cx="1020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Transizioni</a:t>
            </a:r>
            <a:endParaRPr lang="en-US" sz="1300" dirty="0"/>
          </a:p>
        </p:txBody>
      </p:sp>
      <p:sp>
        <p:nvSpPr>
          <p:cNvPr id="40" name="Text 23"/>
          <p:cNvSpPr txBox="1"/>
          <p:nvPr/>
        </p:nvSpPr>
        <p:spPr>
          <a:xfrm>
            <a:off x="8305495" y="3583534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Effetti di passaggio fluidi tra slide (incluso Morphing) e gestione avanzata delle Note del relatore per la presentazione.</a:t>
            </a:r>
            <a:endParaRPr lang="en-US" sz="1000" dirty="0"/>
          </a:p>
        </p:txBody>
      </p:sp>
      <p:sp>
        <p:nvSpPr>
          <p:cNvPr id="41" name="Shape 24"/>
          <p:cNvSpPr/>
          <p:nvPr/>
        </p:nvSpPr>
        <p:spPr>
          <a:xfrm>
            <a:off x="609905" y="5277002"/>
            <a:ext cx="10972800" cy="1200607"/>
          </a:xfrm>
          <a:prstGeom prst="roundRect">
            <a:avLst>
              <a:gd name="adj" fmla="val 7253"/>
            </a:avLst>
          </a:prstGeom>
          <a:solidFill>
            <a:srgbClr val="FFF5F2"/>
          </a:solidFill>
          <a:ln w="12700">
            <a:solidFill>
              <a:srgbClr val="FED7D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25"/>
          <p:cNvSpPr txBox="1"/>
          <p:nvPr/>
        </p:nvSpPr>
        <p:spPr>
          <a:xfrm>
            <a:off x="1199693" y="5514746"/>
            <a:ext cx="6458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Modalità Presentatore </a:t>
            </a:r>
            <a:endParaRPr lang="en-US" sz="15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47649" y="5553151"/>
            <a:ext cx="237744" cy="190195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847649" y="5857646"/>
            <a:ext cx="6772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Visualizza le tue note, la slide successiva e un timer sul tuo schermo, mentre il pubblico vede solo la slide corrente. Essenziale per presentazioni professionali fluide.</a:t>
            </a:r>
            <a:endParaRPr lang="en-US" sz="1000" dirty="0"/>
          </a:p>
        </p:txBody>
      </p:sp>
      <p:sp>
        <p:nvSpPr>
          <p:cNvPr id="45" name="Shape 27"/>
          <p:cNvSpPr/>
          <p:nvPr/>
        </p:nvSpPr>
        <p:spPr>
          <a:xfrm>
            <a:off x="7845552" y="5648249"/>
            <a:ext cx="9144" cy="45720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28"/>
          <p:cNvSpPr txBox="1"/>
          <p:nvPr/>
        </p:nvSpPr>
        <p:spPr>
          <a:xfrm>
            <a:off x="8889797" y="5952744"/>
            <a:ext cx="6126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Proiettore</a:t>
            </a:r>
            <a:endParaRPr lang="en-US" sz="900" dirty="0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9598457" y="5800954"/>
            <a:ext cx="133502" cy="152705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9836201" y="5952744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Tuo Schermo</a:t>
            </a:r>
            <a:endParaRPr lang="en-US" sz="900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5"/>
          <a:srcRect l="-80" r="-80"/>
          <a:stretch/>
        </p:blipFill>
        <p:spPr>
          <a:xfrm>
            <a:off x="9049817" y="5648249"/>
            <a:ext cx="286207" cy="228600"/>
          </a:xfrm>
          <a:prstGeom prst="rect">
            <a:avLst/>
          </a:prstGeom>
        </p:spPr>
      </p:pic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16"/>
          <a:srcRect l="-80" r="-80"/>
          <a:stretch/>
        </p:blipFill>
        <p:spPr>
          <a:xfrm>
            <a:off x="10082174" y="5648249"/>
            <a:ext cx="286207" cy="228600"/>
          </a:xfrm>
          <a:prstGeom prst="rect">
            <a:avLst/>
          </a:prstGeom>
        </p:spPr>
      </p:pic>
      <p:sp>
        <p:nvSpPr>
          <p:cNvPr id="51" name="Text 30"/>
          <p:cNvSpPr txBox="1"/>
          <p:nvPr/>
        </p:nvSpPr>
        <p:spPr>
          <a:xfrm>
            <a:off x="10467137" y="6553505"/>
            <a:ext cx="17007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 Module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096305"/>
            <a:ext cx="12191695" cy="761695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6096305"/>
            <a:ext cx="12191695" cy="9144"/>
          </a:xfrm>
          <a:prstGeom prst="rect">
            <a:avLst/>
          </a:prstGeom>
          <a:solidFill>
            <a:srgbClr val="BAE3FF"/>
          </a:solidFill>
          <a:ln w="12700">
            <a:solidFill>
              <a:srgbClr val="BAE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6291072"/>
            <a:ext cx="381305" cy="3813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1228" y="6386170"/>
            <a:ext cx="237744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6310274"/>
            <a:ext cx="29123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OneDrive &amp; SharePoint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6500470"/>
            <a:ext cx="33329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Infrastruttura di sincronizzazione e archiviazione sicura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 l="-607" r="-607"/>
          <a:stretch/>
        </p:blipFill>
        <p:spPr>
          <a:xfrm>
            <a:off x="9610344" y="6386170"/>
            <a:ext cx="362102" cy="28620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rcRect/>
          <a:stretch/>
        </p:blipFill>
        <p:spPr>
          <a:xfrm>
            <a:off x="10201046" y="6253582"/>
            <a:ext cx="571500" cy="45720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rcRect l="-27" r="-27"/>
          <a:stretch/>
        </p:blipFill>
        <p:spPr>
          <a:xfrm>
            <a:off x="11001146" y="6329477"/>
            <a:ext cx="428854" cy="34290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rcRect l="-196" r="-196"/>
          <a:stretch/>
        </p:blipFill>
        <p:spPr>
          <a:xfrm>
            <a:off x="0" y="0"/>
            <a:ext cx="3047695" cy="75895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rcRect l="-196" r="-196"/>
          <a:stretch/>
        </p:blipFill>
        <p:spPr>
          <a:xfrm>
            <a:off x="3047695" y="0"/>
            <a:ext cx="3047695" cy="75895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rcRect l="-196" r="-196"/>
          <a:stretch/>
        </p:blipFill>
        <p:spPr>
          <a:xfrm>
            <a:off x="6096305" y="0"/>
            <a:ext cx="3047695" cy="75895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rcRect l="-196" r="-196"/>
          <a:stretch/>
        </p:blipFill>
        <p:spPr>
          <a:xfrm>
            <a:off x="9144000" y="0"/>
            <a:ext cx="3047695" cy="7589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609905" y="381305"/>
            <a:ext cx="15544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Apps</a:t>
            </a:r>
            <a:endParaRPr lang="en-US" sz="1000" dirty="0"/>
          </a:p>
        </p:txBody>
      </p:sp>
      <p:sp>
        <p:nvSpPr>
          <p:cNvPr id="18" name="Text 7"/>
          <p:cNvSpPr txBox="1"/>
          <p:nvPr/>
        </p:nvSpPr>
        <p:spPr>
          <a:xfrm>
            <a:off x="609905" y="609905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Integrazione tra le </a:t>
            </a:r>
            <a:r>
              <a:rPr lang="en-US" sz="2700" b="1" kern="0" spc="-67" dirty="0">
                <a:solidFill>
                  <a:srgbClr val="0078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Applicazioni</a:t>
            </a:r>
            <a:endParaRPr lang="en-US" sz="2700" dirty="0"/>
          </a:p>
        </p:txBody>
      </p:sp>
      <p:sp>
        <p:nvSpPr>
          <p:cNvPr id="19" name="Text 8"/>
          <p:cNvSpPr txBox="1"/>
          <p:nvPr/>
        </p:nvSpPr>
        <p:spPr>
          <a:xfrm>
            <a:off x="609905" y="1067105"/>
            <a:ext cx="9220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Ottimizza il flusso di lavoro collegando dati, documenti e presentazioni in un ecosistema unificato.</a:t>
            </a:r>
            <a:endParaRPr lang="en-US" sz="1300" dirty="0"/>
          </a:p>
        </p:txBody>
      </p:sp>
      <p:sp>
        <p:nvSpPr>
          <p:cNvPr id="20" name="Shape 9"/>
          <p:cNvSpPr/>
          <p:nvPr/>
        </p:nvSpPr>
        <p:spPr>
          <a:xfrm>
            <a:off x="609905" y="3799332"/>
            <a:ext cx="3504895" cy="1895551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0"/>
          <p:cNvSpPr/>
          <p:nvPr/>
        </p:nvSpPr>
        <p:spPr>
          <a:xfrm>
            <a:off x="609905" y="3799332"/>
            <a:ext cx="57607" cy="1895551"/>
          </a:xfrm>
          <a:prstGeom prst="roundRect">
            <a:avLst>
              <a:gd name="adj" fmla="val 95717"/>
            </a:avLst>
          </a:prstGeom>
          <a:solidFill>
            <a:srgbClr val="217346"/>
          </a:solidFill>
          <a:ln w="12700">
            <a:solidFill>
              <a:srgbClr val="2173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1"/>
          <p:cNvSpPr/>
          <p:nvPr/>
        </p:nvSpPr>
        <p:spPr>
          <a:xfrm>
            <a:off x="857707" y="3989527"/>
            <a:ext cx="304495" cy="30449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12"/>
          <p:cNvSpPr/>
          <p:nvPr/>
        </p:nvSpPr>
        <p:spPr>
          <a:xfrm>
            <a:off x="857707" y="3989527"/>
            <a:ext cx="305410" cy="305410"/>
          </a:xfrm>
          <a:prstGeom prst="rect">
            <a:avLst/>
          </a:prstGeom>
          <a:solidFill>
            <a:srgbClr val="E9F4EE"/>
          </a:solidFill>
          <a:ln w="12700">
            <a:solidFill>
              <a:srgbClr val="A7F3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13"/>
          <p:cNvSpPr txBox="1"/>
          <p:nvPr/>
        </p:nvSpPr>
        <p:spPr>
          <a:xfrm>
            <a:off x="1276502" y="4008730"/>
            <a:ext cx="15873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Tabelle Collegate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857707" y="4409237"/>
            <a:ext cx="31437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Usa </a:t>
            </a: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Incolla Speciale &gt; Incolla collegamento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 dati nel report Word si aggiornano automaticamente quando modifichi il file Excel sorgente. </a:t>
            </a:r>
            <a:endParaRPr lang="en-US" sz="1000" dirty="0"/>
          </a:p>
        </p:txBody>
      </p:sp>
      <p:sp>
        <p:nvSpPr>
          <p:cNvPr id="26" name="Shape 15"/>
          <p:cNvSpPr/>
          <p:nvPr/>
        </p:nvSpPr>
        <p:spPr>
          <a:xfrm>
            <a:off x="857707" y="5173675"/>
            <a:ext cx="3066898" cy="323698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16"/>
          <p:cNvSpPr/>
          <p:nvPr/>
        </p:nvSpPr>
        <p:spPr>
          <a:xfrm>
            <a:off x="1200607" y="5173675"/>
            <a:ext cx="2724912" cy="324612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Excel  Word </a:t>
            </a:r>
            <a:endParaRPr lang="en-US" sz="9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 t="-80" b="-80"/>
          <a:stretch/>
        </p:blipFill>
        <p:spPr>
          <a:xfrm>
            <a:off x="981151" y="5277917"/>
            <a:ext cx="142646" cy="114300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1509674" y="5277917"/>
            <a:ext cx="105156" cy="114300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4343400" y="3799332"/>
            <a:ext cx="3504895" cy="1895551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18"/>
          <p:cNvSpPr/>
          <p:nvPr/>
        </p:nvSpPr>
        <p:spPr>
          <a:xfrm>
            <a:off x="4343400" y="3799332"/>
            <a:ext cx="57607" cy="1895551"/>
          </a:xfrm>
          <a:prstGeom prst="roundRect">
            <a:avLst>
              <a:gd name="adj" fmla="val 95717"/>
            </a:avLst>
          </a:prstGeom>
          <a:solidFill>
            <a:srgbClr val="D24726"/>
          </a:solidFill>
          <a:ln w="12700">
            <a:solidFill>
              <a:srgbClr val="D24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19"/>
          <p:cNvSpPr/>
          <p:nvPr/>
        </p:nvSpPr>
        <p:spPr>
          <a:xfrm>
            <a:off x="4591202" y="3989527"/>
            <a:ext cx="304495" cy="30449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20"/>
          <p:cNvSpPr/>
          <p:nvPr/>
        </p:nvSpPr>
        <p:spPr>
          <a:xfrm>
            <a:off x="4591202" y="3989527"/>
            <a:ext cx="305410" cy="305410"/>
          </a:xfrm>
          <a:prstGeom prst="rect">
            <a:avLst/>
          </a:prstGeom>
          <a:solidFill>
            <a:srgbClr val="FBEDE9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21"/>
          <p:cNvSpPr txBox="1"/>
          <p:nvPr/>
        </p:nvSpPr>
        <p:spPr>
          <a:xfrm>
            <a:off x="5009998" y="4008730"/>
            <a:ext cx="14630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Grafici Dinamici</a:t>
            </a:r>
            <a:endParaRPr lang="en-US" sz="1300" dirty="0"/>
          </a:p>
        </p:txBody>
      </p:sp>
      <p:sp>
        <p:nvSpPr>
          <p:cNvPr id="35" name="Text 22"/>
          <p:cNvSpPr txBox="1"/>
          <p:nvPr/>
        </p:nvSpPr>
        <p:spPr>
          <a:xfrm>
            <a:off x="4591202" y="4409237"/>
            <a:ext cx="31437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Copia un grafico da Excel e incollalo nelle slide mantenendo il </a:t>
            </a: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collegamento ai dati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Ideale per dashboard e presentazioni ricorrenti. </a:t>
            </a:r>
            <a:endParaRPr lang="en-US" sz="1000" dirty="0"/>
          </a:p>
        </p:txBody>
      </p:sp>
      <p:sp>
        <p:nvSpPr>
          <p:cNvPr id="36" name="Shape 23"/>
          <p:cNvSpPr/>
          <p:nvPr/>
        </p:nvSpPr>
        <p:spPr>
          <a:xfrm>
            <a:off x="4591202" y="5173675"/>
            <a:ext cx="3066898" cy="323698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24"/>
          <p:cNvSpPr/>
          <p:nvPr/>
        </p:nvSpPr>
        <p:spPr>
          <a:xfrm>
            <a:off x="4924958" y="5173675"/>
            <a:ext cx="2734056" cy="324612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Excel  PPT </a:t>
            </a:r>
            <a:endParaRPr lang="en-US" sz="9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4"/>
          <a:srcRect l="-1911" r="-1911"/>
          <a:stretch/>
        </p:blipFill>
        <p:spPr>
          <a:xfrm>
            <a:off x="4714646" y="5277917"/>
            <a:ext cx="133502" cy="114300"/>
          </a:xfrm>
          <a:prstGeom prst="rect">
            <a:avLst/>
          </a:prstGeom>
        </p:spPr>
      </p:pic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5"/>
          <a:srcRect l="-2571" r="-2571"/>
          <a:stretch/>
        </p:blipFill>
        <p:spPr>
          <a:xfrm>
            <a:off x="5233111" y="5277917"/>
            <a:ext cx="105156" cy="114300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8076895" y="3799332"/>
            <a:ext cx="3504895" cy="1895551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Shape 26"/>
          <p:cNvSpPr/>
          <p:nvPr/>
        </p:nvSpPr>
        <p:spPr>
          <a:xfrm>
            <a:off x="8076895" y="3799332"/>
            <a:ext cx="57607" cy="1895551"/>
          </a:xfrm>
          <a:prstGeom prst="roundRect">
            <a:avLst>
              <a:gd name="adj" fmla="val 9571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27"/>
          <p:cNvSpPr/>
          <p:nvPr/>
        </p:nvSpPr>
        <p:spPr>
          <a:xfrm>
            <a:off x="8324698" y="3989527"/>
            <a:ext cx="304495" cy="30449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28"/>
          <p:cNvSpPr/>
          <p:nvPr/>
        </p:nvSpPr>
        <p:spPr>
          <a:xfrm>
            <a:off x="8324698" y="3989527"/>
            <a:ext cx="305410" cy="30541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29"/>
          <p:cNvSpPr txBox="1"/>
          <p:nvPr/>
        </p:nvSpPr>
        <p:spPr>
          <a:xfrm>
            <a:off x="8744407" y="4008730"/>
            <a:ext cx="12472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Co-Authoring</a:t>
            </a:r>
            <a:endParaRPr lang="en-US" sz="1300" dirty="0"/>
          </a:p>
        </p:txBody>
      </p:sp>
      <p:sp>
        <p:nvSpPr>
          <p:cNvPr id="45" name="Text 30"/>
          <p:cNvSpPr txBox="1"/>
          <p:nvPr/>
        </p:nvSpPr>
        <p:spPr>
          <a:xfrm>
            <a:off x="8324698" y="4409237"/>
            <a:ext cx="31437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 in tempo reale. Le modifiche di tutti vengono salvate istantaneamente grazie al salvataggio automatico su cloud.</a:t>
            </a:r>
            <a:endParaRPr lang="en-US" sz="1000" dirty="0"/>
          </a:p>
        </p:txBody>
      </p:sp>
      <p:sp>
        <p:nvSpPr>
          <p:cNvPr id="46" name="Shape 31"/>
          <p:cNvSpPr/>
          <p:nvPr/>
        </p:nvSpPr>
        <p:spPr>
          <a:xfrm>
            <a:off x="8324698" y="5173675"/>
            <a:ext cx="3066898" cy="323698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7" name="Text 32"/>
          <p:cNvSpPr/>
          <p:nvPr/>
        </p:nvSpPr>
        <p:spPr>
          <a:xfrm>
            <a:off x="8667598" y="5173675"/>
            <a:ext cx="2724912" cy="32461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Teamwork </a:t>
            </a:r>
            <a:endParaRPr lang="en-US" sz="9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6"/>
          <a:srcRect t="-80" b="-80"/>
          <a:stretch/>
        </p:blipFill>
        <p:spPr>
          <a:xfrm>
            <a:off x="8449056" y="5277917"/>
            <a:ext cx="142646" cy="114300"/>
          </a:xfrm>
          <a:prstGeom prst="rect">
            <a:avLst/>
          </a:prstGeom>
        </p:spPr>
      </p:pic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7"/>
          <a:srcRect t="-406" b="-406"/>
          <a:stretch/>
        </p:blipFill>
        <p:spPr>
          <a:xfrm>
            <a:off x="2590495" y="2380183"/>
            <a:ext cx="2590495" cy="57607"/>
          </a:xfrm>
          <a:prstGeom prst="rect">
            <a:avLst/>
          </a:prstGeom>
        </p:spPr>
      </p:pic>
      <p:sp>
        <p:nvSpPr>
          <p:cNvPr id="50" name="Shape 33"/>
          <p:cNvSpPr/>
          <p:nvPr/>
        </p:nvSpPr>
        <p:spPr>
          <a:xfrm>
            <a:off x="5067605" y="2313432"/>
            <a:ext cx="133502" cy="190195"/>
          </a:xfrm>
          <a:prstGeom prst="rect">
            <a:avLst/>
          </a:prstGeom>
          <a:noFill/>
          <a:ln w="1270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34"/>
          <p:cNvSpPr/>
          <p:nvPr/>
        </p:nvSpPr>
        <p:spPr>
          <a:xfrm>
            <a:off x="3180283" y="2513686"/>
            <a:ext cx="1419149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35"/>
          <p:cNvSpPr/>
          <p:nvPr/>
        </p:nvSpPr>
        <p:spPr>
          <a:xfrm>
            <a:off x="3180283" y="2513686"/>
            <a:ext cx="1420063" cy="267005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Analisi &amp; Calcolo</a:t>
            </a:r>
            <a:endParaRPr lang="en-US" sz="9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7"/>
          <a:srcRect t="-406" b="-406"/>
          <a:stretch/>
        </p:blipFill>
        <p:spPr>
          <a:xfrm>
            <a:off x="7010705" y="2380183"/>
            <a:ext cx="2590495" cy="57607"/>
          </a:xfrm>
          <a:prstGeom prst="rect">
            <a:avLst/>
          </a:prstGeom>
        </p:spPr>
      </p:pic>
      <p:sp>
        <p:nvSpPr>
          <p:cNvPr id="54" name="Shape 36"/>
          <p:cNvSpPr/>
          <p:nvPr/>
        </p:nvSpPr>
        <p:spPr>
          <a:xfrm>
            <a:off x="9486900" y="2313432"/>
            <a:ext cx="133502" cy="190195"/>
          </a:xfrm>
          <a:prstGeom prst="rect">
            <a:avLst/>
          </a:prstGeom>
          <a:noFill/>
          <a:ln w="1270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37"/>
          <p:cNvSpPr/>
          <p:nvPr/>
        </p:nvSpPr>
        <p:spPr>
          <a:xfrm>
            <a:off x="7663586" y="2513686"/>
            <a:ext cx="1285646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38"/>
          <p:cNvSpPr/>
          <p:nvPr/>
        </p:nvSpPr>
        <p:spPr>
          <a:xfrm>
            <a:off x="7663586" y="2513686"/>
            <a:ext cx="1286561" cy="267005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Sintesi &amp; Visual</a:t>
            </a:r>
            <a:endParaRPr lang="en-US" sz="900" dirty="0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14400" y="1817827"/>
            <a:ext cx="1524305" cy="1524305"/>
          </a:xfrm>
          <a:prstGeom prst="rect">
            <a:avLst/>
          </a:prstGeom>
        </p:spPr>
      </p:pic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295705" y="1884578"/>
            <a:ext cx="761695" cy="761695"/>
          </a:xfrm>
          <a:prstGeom prst="rect">
            <a:avLst/>
          </a:prstGeom>
        </p:spPr>
      </p:pic>
      <p:pic>
        <p:nvPicPr>
          <p:cNvPr id="59" name="Image 18" descr="preencoded.png"/>
          <p:cNvPicPr>
            <a:picLocks noChangeAspect="1"/>
          </p:cNvPicPr>
          <p:nvPr/>
        </p:nvPicPr>
        <p:blipFill>
          <a:blip r:embed="rId20"/>
          <a:srcRect t="-45" b="-45"/>
          <a:stretch/>
        </p:blipFill>
        <p:spPr>
          <a:xfrm>
            <a:off x="1548079" y="2093976"/>
            <a:ext cx="256946" cy="34290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1449324" y="2761488"/>
            <a:ext cx="54406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</a:t>
            </a:r>
            <a:endParaRPr lang="en-US" sz="1500" dirty="0"/>
          </a:p>
        </p:txBody>
      </p:sp>
      <p:sp>
        <p:nvSpPr>
          <p:cNvPr id="61" name="Shape 40"/>
          <p:cNvSpPr/>
          <p:nvPr/>
        </p:nvSpPr>
        <p:spPr>
          <a:xfrm>
            <a:off x="1464869" y="3065983"/>
            <a:ext cx="428854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62" name="Text 41"/>
          <p:cNvSpPr/>
          <p:nvPr/>
        </p:nvSpPr>
        <p:spPr>
          <a:xfrm>
            <a:off x="1464869" y="3065983"/>
            <a:ext cx="428854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Dati</a:t>
            </a:r>
            <a:endParaRPr lang="en-US" sz="900" dirty="0"/>
          </a:p>
        </p:txBody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21"/>
          <a:srcRect l="-360" r="-360"/>
          <a:stretch/>
        </p:blipFill>
        <p:spPr>
          <a:xfrm>
            <a:off x="1666951" y="3322930"/>
            <a:ext cx="19202" cy="381305"/>
          </a:xfrm>
          <a:prstGeom prst="rect">
            <a:avLst/>
          </a:prstGeom>
        </p:spPr>
      </p:pic>
      <p:sp>
        <p:nvSpPr>
          <p:cNvPr id="64" name="Shape 42"/>
          <p:cNvSpPr/>
          <p:nvPr/>
        </p:nvSpPr>
        <p:spPr>
          <a:xfrm>
            <a:off x="1628546" y="3656686"/>
            <a:ext cx="95098" cy="9509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5" name="Image 20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333695" y="1817827"/>
            <a:ext cx="1524305" cy="1524305"/>
          </a:xfrm>
          <a:prstGeom prst="rect">
            <a:avLst/>
          </a:prstGeom>
        </p:spPr>
      </p:pic>
      <p:pic>
        <p:nvPicPr>
          <p:cNvPr id="66" name="Image 21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715000" y="1884578"/>
            <a:ext cx="761695" cy="761695"/>
          </a:xfrm>
          <a:prstGeom prst="rect">
            <a:avLst/>
          </a:prstGeom>
        </p:spPr>
      </p:pic>
      <p:pic>
        <p:nvPicPr>
          <p:cNvPr id="67" name="Image 22" descr="preencoded.png"/>
          <p:cNvPicPr>
            <a:picLocks noChangeAspect="1"/>
          </p:cNvPicPr>
          <p:nvPr/>
        </p:nvPicPr>
        <p:blipFill>
          <a:blip r:embed="rId23"/>
          <a:srcRect t="-45" b="-45"/>
          <a:stretch/>
        </p:blipFill>
        <p:spPr>
          <a:xfrm>
            <a:off x="5967374" y="2093976"/>
            <a:ext cx="256946" cy="342900"/>
          </a:xfrm>
          <a:prstGeom prst="rect">
            <a:avLst/>
          </a:prstGeom>
        </p:spPr>
      </p:pic>
      <p:sp>
        <p:nvSpPr>
          <p:cNvPr id="68" name="Text 43"/>
          <p:cNvSpPr txBox="1"/>
          <p:nvPr/>
        </p:nvSpPr>
        <p:spPr>
          <a:xfrm>
            <a:off x="5872277" y="2761488"/>
            <a:ext cx="523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</a:t>
            </a:r>
            <a:endParaRPr lang="en-US" sz="1500" dirty="0"/>
          </a:p>
        </p:txBody>
      </p:sp>
      <p:sp>
        <p:nvSpPr>
          <p:cNvPr id="69" name="Shape 44"/>
          <p:cNvSpPr/>
          <p:nvPr/>
        </p:nvSpPr>
        <p:spPr>
          <a:xfrm>
            <a:off x="5791810" y="3065983"/>
            <a:ext cx="609905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70" name="Text 45"/>
          <p:cNvSpPr/>
          <p:nvPr/>
        </p:nvSpPr>
        <p:spPr>
          <a:xfrm>
            <a:off x="5791810" y="3065983"/>
            <a:ext cx="609905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</a:t>
            </a:r>
            <a:endParaRPr lang="en-US" sz="900" dirty="0"/>
          </a:p>
        </p:txBody>
      </p:sp>
      <p:pic>
        <p:nvPicPr>
          <p:cNvPr id="71" name="Image 23" descr="preencoded.png"/>
          <p:cNvPicPr>
            <a:picLocks noChangeAspect="1"/>
          </p:cNvPicPr>
          <p:nvPr/>
        </p:nvPicPr>
        <p:blipFill>
          <a:blip r:embed="rId21"/>
          <a:srcRect l="-360" r="-360"/>
          <a:stretch/>
        </p:blipFill>
        <p:spPr>
          <a:xfrm>
            <a:off x="6086246" y="3322930"/>
            <a:ext cx="19202" cy="381305"/>
          </a:xfrm>
          <a:prstGeom prst="rect">
            <a:avLst/>
          </a:prstGeom>
        </p:spPr>
      </p:pic>
      <p:sp>
        <p:nvSpPr>
          <p:cNvPr id="72" name="Shape 46"/>
          <p:cNvSpPr/>
          <p:nvPr/>
        </p:nvSpPr>
        <p:spPr>
          <a:xfrm>
            <a:off x="6048756" y="3656686"/>
            <a:ext cx="95098" cy="9509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3" name="Image 24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9753905" y="1817827"/>
            <a:ext cx="1524305" cy="1524305"/>
          </a:xfrm>
          <a:prstGeom prst="rect">
            <a:avLst/>
          </a:prstGeom>
        </p:spPr>
      </p:pic>
      <p:pic>
        <p:nvPicPr>
          <p:cNvPr id="74" name="Image 25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0134295" y="1884578"/>
            <a:ext cx="761695" cy="761695"/>
          </a:xfrm>
          <a:prstGeom prst="rect">
            <a:avLst/>
          </a:prstGeom>
        </p:spPr>
      </p:pic>
      <p:pic>
        <p:nvPicPr>
          <p:cNvPr id="75" name="Image 26" descr="preencoded.png"/>
          <p:cNvPicPr>
            <a:picLocks noChangeAspect="1"/>
          </p:cNvPicPr>
          <p:nvPr/>
        </p:nvPicPr>
        <p:blipFill>
          <a:blip r:embed="rId25"/>
          <a:srcRect t="-45" b="-45"/>
          <a:stretch/>
        </p:blipFill>
        <p:spPr>
          <a:xfrm>
            <a:off x="10386670" y="2093976"/>
            <a:ext cx="256946" cy="342900"/>
          </a:xfrm>
          <a:prstGeom prst="rect">
            <a:avLst/>
          </a:prstGeom>
        </p:spPr>
      </p:pic>
      <p:sp>
        <p:nvSpPr>
          <p:cNvPr id="76" name="Text 47"/>
          <p:cNvSpPr txBox="1"/>
          <p:nvPr/>
        </p:nvSpPr>
        <p:spPr>
          <a:xfrm>
            <a:off x="10019081" y="2761488"/>
            <a:ext cx="11905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PowerPoint</a:t>
            </a:r>
            <a:endParaRPr lang="en-US" sz="1500" dirty="0"/>
          </a:p>
        </p:txBody>
      </p:sp>
      <p:sp>
        <p:nvSpPr>
          <p:cNvPr id="77" name="Shape 48"/>
          <p:cNvSpPr/>
          <p:nvPr/>
        </p:nvSpPr>
        <p:spPr>
          <a:xfrm>
            <a:off x="10272370" y="3065983"/>
            <a:ext cx="495605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78" name="Text 49"/>
          <p:cNvSpPr/>
          <p:nvPr/>
        </p:nvSpPr>
        <p:spPr>
          <a:xfrm>
            <a:off x="10272370" y="3065983"/>
            <a:ext cx="495605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</a:t>
            </a:r>
            <a:endParaRPr lang="en-US" sz="900" dirty="0"/>
          </a:p>
        </p:txBody>
      </p:sp>
      <p:pic>
        <p:nvPicPr>
          <p:cNvPr id="79" name="Image 27" descr="preencoded.png"/>
          <p:cNvPicPr>
            <a:picLocks noChangeAspect="1"/>
          </p:cNvPicPr>
          <p:nvPr/>
        </p:nvPicPr>
        <p:blipFill>
          <a:blip r:embed="rId21"/>
          <a:srcRect l="-360" r="-360"/>
          <a:stretch/>
        </p:blipFill>
        <p:spPr>
          <a:xfrm>
            <a:off x="10506456" y="3322930"/>
            <a:ext cx="19202" cy="381305"/>
          </a:xfrm>
          <a:prstGeom prst="rect">
            <a:avLst/>
          </a:prstGeom>
        </p:spPr>
      </p:pic>
      <p:sp>
        <p:nvSpPr>
          <p:cNvPr id="80" name="Shape 50"/>
          <p:cNvSpPr/>
          <p:nvPr/>
        </p:nvSpPr>
        <p:spPr>
          <a:xfrm>
            <a:off x="10468051" y="3656686"/>
            <a:ext cx="95098" cy="9509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95705" y="390449"/>
            <a:ext cx="1429207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/>
          <p:nvPr/>
        </p:nvSpPr>
        <p:spPr>
          <a:xfrm>
            <a:off x="1295705" y="390449"/>
            <a:ext cx="1429207" cy="24780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2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Workshop Pratico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295705" y="676656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Creazione Documento </a:t>
            </a:r>
            <a:r>
              <a:rPr lang="en-US" sz="2700" b="1" kern="0" spc="-67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</a:t>
            </a:r>
            <a:endParaRPr lang="en-US" sz="2700" dirty="0"/>
          </a:p>
        </p:txBody>
      </p:sp>
      <p:sp>
        <p:nvSpPr>
          <p:cNvPr id="9" name="Shape 5"/>
          <p:cNvSpPr/>
          <p:nvPr/>
        </p:nvSpPr>
        <p:spPr>
          <a:xfrm>
            <a:off x="9842602" y="381305"/>
            <a:ext cx="1895551" cy="638251"/>
          </a:xfrm>
          <a:prstGeom prst="roundRect">
            <a:avLst>
              <a:gd name="adj" fmla="val 2566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blurRad="38100" dist="25400" dir="16200000" algn="bl" rotWithShape="0">
              <a:srgbClr val="FCD34D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10080346" y="507492"/>
            <a:ext cx="323698" cy="390449"/>
          </a:xfrm>
          <a:prstGeom prst="roundRect">
            <a:avLst>
              <a:gd name="adj" fmla="val 282486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 txBox="1"/>
          <p:nvPr/>
        </p:nvSpPr>
        <p:spPr>
          <a:xfrm>
            <a:off x="10556748" y="657454"/>
            <a:ext cx="112288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15-20 </a:t>
            </a:r>
            <a:r>
              <a:rPr lang="en-US" sz="10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</a:t>
            </a:r>
            <a:endParaRPr lang="en-US" sz="1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10157155" y="583387"/>
            <a:ext cx="171907" cy="190195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 rot="180000">
            <a:off x="457200" y="400507"/>
            <a:ext cx="640994" cy="640994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2519" r="-2519"/>
          <a:stretch/>
        </p:blipFill>
        <p:spPr>
          <a:xfrm>
            <a:off x="640080" y="551383"/>
            <a:ext cx="247802" cy="31455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556748" y="504749"/>
            <a:ext cx="10195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 Stimato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l="-9" r="-9"/>
          <a:stretch/>
        </p:blipFill>
        <p:spPr>
          <a:xfrm>
            <a:off x="457200" y="1171346"/>
            <a:ext cx="3657600" cy="2180844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43407" y="1399946"/>
            <a:ext cx="495605" cy="49560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352398" y="1399946"/>
            <a:ext cx="167426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Obiettivo Sessione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743407" y="2009851"/>
            <a:ext cx="3219602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Creare un </a:t>
            </a:r>
            <a:r>
              <a:rPr lang="en-US" sz="1300" b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professionale</a:t>
            </a:r>
            <a:r>
              <a:rPr lang="en-US" sz="13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 2 pagine che dimostri padronanza nella formattazione, gestione grafica e strutturazione logica dei contenuti. </a:t>
            </a:r>
            <a:endParaRPr lang="en-US" sz="13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 t="-5" b="-5"/>
          <a:stretch/>
        </p:blipFill>
        <p:spPr>
          <a:xfrm>
            <a:off x="457200" y="3581705"/>
            <a:ext cx="3657600" cy="2895905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694944" y="4358030"/>
            <a:ext cx="3181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2"/>
          <p:cNvSpPr txBox="1"/>
          <p:nvPr/>
        </p:nvSpPr>
        <p:spPr>
          <a:xfrm>
            <a:off x="951890" y="3976726"/>
            <a:ext cx="3001061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Tips &amp; Tricks </a:t>
            </a:r>
            <a:endParaRPr lang="en-US" sz="13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94944" y="4015130"/>
            <a:ext cx="142646" cy="190195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694944" y="4576572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757123" y="4634179"/>
            <a:ext cx="105156" cy="11430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1037844" y="4557370"/>
            <a:ext cx="2606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Indentazione Rapida</a:t>
            </a:r>
            <a:endParaRPr lang="en-US" sz="1000" dirty="0"/>
          </a:p>
        </p:txBody>
      </p:sp>
      <p:sp>
        <p:nvSpPr>
          <p:cNvPr id="27" name="Text 15"/>
          <p:cNvSpPr txBox="1"/>
          <p:nvPr/>
        </p:nvSpPr>
        <p:spPr>
          <a:xfrm>
            <a:off x="1037844" y="4748479"/>
            <a:ext cx="2981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il tasto </a:t>
            </a:r>
            <a:r>
              <a:rPr lang="en-US" sz="10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</a:t>
            </a: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invece degli spazi multipli.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694944" y="5148072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757123" y="5205679"/>
            <a:ext cx="105156" cy="11430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1037844" y="5128870"/>
            <a:ext cx="21899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Salvataggio Sicuro</a:t>
            </a:r>
            <a:endParaRPr lang="en-US" sz="1000" dirty="0"/>
          </a:p>
        </p:txBody>
      </p:sp>
      <p:sp>
        <p:nvSpPr>
          <p:cNvPr id="31" name="Text 18"/>
          <p:cNvSpPr txBox="1"/>
          <p:nvPr/>
        </p:nvSpPr>
        <p:spPr>
          <a:xfrm>
            <a:off x="1037844" y="5319979"/>
            <a:ext cx="2505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Scorciatoia </a:t>
            </a:r>
            <a:r>
              <a:rPr lang="en-US" sz="10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Ctrl+S</a:t>
            </a: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ogni 5-10 minuti.</a:t>
            </a:r>
            <a:endParaRPr lang="en-US" sz="1000" dirty="0"/>
          </a:p>
        </p:txBody>
      </p:sp>
      <p:sp>
        <p:nvSpPr>
          <p:cNvPr id="32" name="Shape 19"/>
          <p:cNvSpPr/>
          <p:nvPr/>
        </p:nvSpPr>
        <p:spPr>
          <a:xfrm>
            <a:off x="694944" y="5719572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757123" y="5777179"/>
            <a:ext cx="105156" cy="1143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1037844" y="5700370"/>
            <a:ext cx="21991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Sommario Perfetto</a:t>
            </a:r>
            <a:endParaRPr lang="en-US" sz="1000" dirty="0"/>
          </a:p>
        </p:txBody>
      </p:sp>
      <p:sp>
        <p:nvSpPr>
          <p:cNvPr id="35" name="Text 21"/>
          <p:cNvSpPr txBox="1"/>
          <p:nvPr/>
        </p:nvSpPr>
        <p:spPr>
          <a:xfrm>
            <a:off x="1037844" y="5891479"/>
            <a:ext cx="25164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gli stili </a:t>
            </a:r>
            <a:r>
              <a:rPr lang="en-US" sz="10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Titolo 1/2</a:t>
            </a: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generarlo.</a:t>
            </a:r>
            <a:endParaRPr lang="en-US" sz="10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3"/>
          <a:srcRect l="-1" r="-1"/>
          <a:stretch/>
        </p:blipFill>
        <p:spPr>
          <a:xfrm>
            <a:off x="4419295" y="1171346"/>
            <a:ext cx="7315200" cy="5305349"/>
          </a:xfrm>
          <a:prstGeom prst="rect">
            <a:avLst/>
          </a:prstGeom>
        </p:spPr>
      </p:pic>
      <p:sp>
        <p:nvSpPr>
          <p:cNvPr id="37" name="Shape 22"/>
          <p:cNvSpPr/>
          <p:nvPr/>
        </p:nvSpPr>
        <p:spPr>
          <a:xfrm>
            <a:off x="4429354" y="2943454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4"/>
          <a:srcRect l="-424" r="-424"/>
          <a:stretch/>
        </p:blipFill>
        <p:spPr>
          <a:xfrm>
            <a:off x="4876495" y="2447849"/>
            <a:ext cx="19202" cy="647395"/>
          </a:xfrm>
          <a:prstGeom prst="rect">
            <a:avLst/>
          </a:prstGeom>
        </p:spPr>
      </p:pic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657954" y="1990649"/>
            <a:ext cx="457200" cy="457200"/>
          </a:xfrm>
          <a:prstGeom prst="rect">
            <a:avLst/>
          </a:prstGeom>
        </p:spPr>
      </p:pic>
      <p:sp>
        <p:nvSpPr>
          <p:cNvPr id="40" name="Shape 23"/>
          <p:cNvSpPr/>
          <p:nvPr/>
        </p:nvSpPr>
        <p:spPr>
          <a:xfrm>
            <a:off x="4657954" y="1990649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24"/>
          <p:cNvSpPr/>
          <p:nvPr/>
        </p:nvSpPr>
        <p:spPr>
          <a:xfrm>
            <a:off x="4657954" y="1990649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42" name="Text 25"/>
          <p:cNvSpPr txBox="1"/>
          <p:nvPr/>
        </p:nvSpPr>
        <p:spPr>
          <a:xfrm>
            <a:off x="5305349" y="2029054"/>
            <a:ext cx="15764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Avvio e Template</a:t>
            </a:r>
            <a:endParaRPr lang="en-US" sz="13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6"/>
          <a:srcRect t="-45" b="-45"/>
          <a:stretch/>
        </p:blipFill>
        <p:spPr>
          <a:xfrm>
            <a:off x="11239805" y="2029054"/>
            <a:ext cx="256946" cy="228600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5305349" y="2371954"/>
            <a:ext cx="62682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Apri Word e crea un nuovo documento usando un </a:t>
            </a: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Modello Moderno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(es. "Report blu"). Non partire da zero.</a:t>
            </a:r>
            <a:endParaRPr lang="en-US" sz="1200" dirty="0"/>
          </a:p>
        </p:txBody>
      </p:sp>
      <p:sp>
        <p:nvSpPr>
          <p:cNvPr id="45" name="Shape 27"/>
          <p:cNvSpPr/>
          <p:nvPr/>
        </p:nvSpPr>
        <p:spPr>
          <a:xfrm>
            <a:off x="4429354" y="4058107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4"/>
          <a:srcRect l="-424" r="-424"/>
          <a:stretch/>
        </p:blipFill>
        <p:spPr>
          <a:xfrm>
            <a:off x="4876495" y="3562502"/>
            <a:ext cx="19202" cy="647395"/>
          </a:xfrm>
          <a:prstGeom prst="rect">
            <a:avLst/>
          </a:prstGeom>
        </p:spPr>
      </p:pic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657954" y="3105302"/>
            <a:ext cx="457200" cy="457200"/>
          </a:xfrm>
          <a:prstGeom prst="rect">
            <a:avLst/>
          </a:prstGeom>
        </p:spPr>
      </p:pic>
      <p:sp>
        <p:nvSpPr>
          <p:cNvPr id="48" name="Shape 28"/>
          <p:cNvSpPr/>
          <p:nvPr/>
        </p:nvSpPr>
        <p:spPr>
          <a:xfrm>
            <a:off x="4657954" y="3105302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9" name="Text 29"/>
          <p:cNvSpPr/>
          <p:nvPr/>
        </p:nvSpPr>
        <p:spPr>
          <a:xfrm>
            <a:off x="4657954" y="3105302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50" name="Text 30"/>
          <p:cNvSpPr txBox="1"/>
          <p:nvPr/>
        </p:nvSpPr>
        <p:spPr>
          <a:xfrm>
            <a:off x="5305349" y="3143707"/>
            <a:ext cx="171175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Struttura del Testo</a:t>
            </a:r>
            <a:endParaRPr lang="en-US" sz="1300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7"/>
          <a:srcRect l="-57" r="-57"/>
          <a:stretch/>
        </p:blipFill>
        <p:spPr>
          <a:xfrm>
            <a:off x="11296498" y="3143707"/>
            <a:ext cx="200254" cy="228600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5305349" y="3486607"/>
            <a:ext cx="62682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Scrivi un Titolo principale e due sottotitoli. Applica rigorosamente gli stili </a:t>
            </a: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Titolo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</a:t>
            </a: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Titolo 1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dalla Home.</a:t>
            </a:r>
            <a:endParaRPr lang="en-US" sz="1200" dirty="0"/>
          </a:p>
        </p:txBody>
      </p:sp>
      <p:sp>
        <p:nvSpPr>
          <p:cNvPr id="53" name="Shape 32"/>
          <p:cNvSpPr/>
          <p:nvPr/>
        </p:nvSpPr>
        <p:spPr>
          <a:xfrm>
            <a:off x="4429354" y="5172761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4"/>
          <a:srcRect l="-424" r="-424"/>
          <a:stretch/>
        </p:blipFill>
        <p:spPr>
          <a:xfrm>
            <a:off x="4876495" y="4677156"/>
            <a:ext cx="19202" cy="647395"/>
          </a:xfrm>
          <a:prstGeom prst="rect">
            <a:avLst/>
          </a:prstGeom>
        </p:spPr>
      </p:pic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657954" y="4219956"/>
            <a:ext cx="457200" cy="457200"/>
          </a:xfrm>
          <a:prstGeom prst="rect">
            <a:avLst/>
          </a:prstGeom>
        </p:spPr>
      </p:pic>
      <p:sp>
        <p:nvSpPr>
          <p:cNvPr id="56" name="Shape 33"/>
          <p:cNvSpPr/>
          <p:nvPr/>
        </p:nvSpPr>
        <p:spPr>
          <a:xfrm>
            <a:off x="4657954" y="4219956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57" name="Text 34"/>
          <p:cNvSpPr/>
          <p:nvPr/>
        </p:nvSpPr>
        <p:spPr>
          <a:xfrm>
            <a:off x="4657954" y="42199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58" name="Text 35"/>
          <p:cNvSpPr txBox="1"/>
          <p:nvPr/>
        </p:nvSpPr>
        <p:spPr>
          <a:xfrm>
            <a:off x="5305349" y="4257446"/>
            <a:ext cx="13606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Elementi Visivi</a:t>
            </a:r>
            <a:endParaRPr lang="en-US" sz="1300" dirty="0"/>
          </a:p>
        </p:txBody>
      </p:sp>
      <p:pic>
        <p:nvPicPr>
          <p:cNvPr id="59" name="Image 21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1268151" y="4257446"/>
            <a:ext cx="228600" cy="228600"/>
          </a:xfrm>
          <a:prstGeom prst="rect">
            <a:avLst/>
          </a:prstGeom>
        </p:spPr>
      </p:pic>
      <p:sp>
        <p:nvSpPr>
          <p:cNvPr id="60" name="Text 36"/>
          <p:cNvSpPr txBox="1"/>
          <p:nvPr/>
        </p:nvSpPr>
        <p:spPr>
          <a:xfrm>
            <a:off x="5305349" y="4600346"/>
            <a:ext cx="62682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Menu Inserisci &gt; Immagine. Clicca col destro sull'immagine inserita e aggiungi una </a:t>
            </a: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didascalia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descrittiva.</a:t>
            </a:r>
            <a:endParaRPr lang="en-US" sz="1200" dirty="0"/>
          </a:p>
        </p:txBody>
      </p:sp>
      <p:sp>
        <p:nvSpPr>
          <p:cNvPr id="61" name="Shape 37"/>
          <p:cNvSpPr/>
          <p:nvPr/>
        </p:nvSpPr>
        <p:spPr>
          <a:xfrm>
            <a:off x="4429354" y="6287414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2" name="Image 22" descr="preencoded.png"/>
          <p:cNvPicPr>
            <a:picLocks noChangeAspect="1"/>
          </p:cNvPicPr>
          <p:nvPr/>
        </p:nvPicPr>
        <p:blipFill>
          <a:blip r:embed="rId14"/>
          <a:srcRect l="-424" r="-424"/>
          <a:stretch/>
        </p:blipFill>
        <p:spPr>
          <a:xfrm>
            <a:off x="4876495" y="5790895"/>
            <a:ext cx="19202" cy="647395"/>
          </a:xfrm>
          <a:prstGeom prst="rect">
            <a:avLst/>
          </a:prstGeom>
        </p:spPr>
      </p:pic>
      <p:pic>
        <p:nvPicPr>
          <p:cNvPr id="63" name="Image 2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657954" y="5333695"/>
            <a:ext cx="457200" cy="457200"/>
          </a:xfrm>
          <a:prstGeom prst="rect">
            <a:avLst/>
          </a:prstGeom>
        </p:spPr>
      </p:pic>
      <p:sp>
        <p:nvSpPr>
          <p:cNvPr id="64" name="Shape 38"/>
          <p:cNvSpPr/>
          <p:nvPr/>
        </p:nvSpPr>
        <p:spPr>
          <a:xfrm>
            <a:off x="4657954" y="5333695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65" name="Text 39"/>
          <p:cNvSpPr/>
          <p:nvPr/>
        </p:nvSpPr>
        <p:spPr>
          <a:xfrm>
            <a:off x="4657954" y="5333695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500" dirty="0"/>
          </a:p>
        </p:txBody>
      </p:sp>
      <p:sp>
        <p:nvSpPr>
          <p:cNvPr id="66" name="Text 40"/>
          <p:cNvSpPr txBox="1"/>
          <p:nvPr/>
        </p:nvSpPr>
        <p:spPr>
          <a:xfrm>
            <a:off x="5305349" y="5372100"/>
            <a:ext cx="13606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Dati Strutturati</a:t>
            </a:r>
            <a:endParaRPr lang="en-US" sz="1300" dirty="0"/>
          </a:p>
        </p:txBody>
      </p:sp>
      <p:pic>
        <p:nvPicPr>
          <p:cNvPr id="67" name="Image 24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1268151" y="5372100"/>
            <a:ext cx="228600" cy="228600"/>
          </a:xfrm>
          <a:prstGeom prst="rect">
            <a:avLst/>
          </a:prstGeom>
        </p:spPr>
      </p:pic>
      <p:sp>
        <p:nvSpPr>
          <p:cNvPr id="68" name="Text 41"/>
          <p:cNvSpPr txBox="1"/>
          <p:nvPr/>
        </p:nvSpPr>
        <p:spPr>
          <a:xfrm>
            <a:off x="5305349" y="5715000"/>
            <a:ext cx="62682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 una </a:t>
            </a: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Tabella 3x3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dati fittizi. Usa "Design Tabella" per applicare uno stile colorato predefinito.</a:t>
            </a:r>
            <a:endParaRPr lang="en-US" sz="1200" dirty="0"/>
          </a:p>
        </p:txBody>
      </p:sp>
      <p:pic>
        <p:nvPicPr>
          <p:cNvPr id="78" name="Image 28" descr="preencoded.png"/>
          <p:cNvPicPr>
            <a:picLocks noChangeAspect="1"/>
          </p:cNvPicPr>
          <p:nvPr/>
        </p:nvPicPr>
        <p:blipFill>
          <a:blip r:embed="rId20"/>
          <a:srcRect l="-417" r="-417"/>
          <a:stretch/>
        </p:blipFill>
        <p:spPr>
          <a:xfrm>
            <a:off x="4876495" y="8039405"/>
            <a:ext cx="19202" cy="437998"/>
          </a:xfrm>
          <a:prstGeom prst="rect">
            <a:avLst/>
          </a:prstGeom>
        </p:spPr>
      </p:pic>
      <p:pic>
        <p:nvPicPr>
          <p:cNvPr id="93" name="Image 33" descr="preencoded.png"/>
          <p:cNvPicPr>
            <a:picLocks noChangeAspect="1"/>
          </p:cNvPicPr>
          <p:nvPr/>
        </p:nvPicPr>
        <p:blipFill>
          <a:blip r:embed="rId21"/>
          <a:srcRect t="-18" b="-18"/>
          <a:stretch/>
        </p:blipFill>
        <p:spPr>
          <a:xfrm>
            <a:off x="4429354" y="1181405"/>
            <a:ext cx="7295998" cy="657454"/>
          </a:xfrm>
          <a:prstGeom prst="rect">
            <a:avLst/>
          </a:prstGeom>
        </p:spPr>
      </p:pic>
      <p:sp>
        <p:nvSpPr>
          <p:cNvPr id="94" name="Text 58"/>
          <p:cNvSpPr txBox="1"/>
          <p:nvPr/>
        </p:nvSpPr>
        <p:spPr>
          <a:xfrm>
            <a:off x="5038344" y="1371600"/>
            <a:ext cx="17830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Guida Passo-Passo </a:t>
            </a:r>
            <a:endParaRPr lang="en-US" sz="1500" dirty="0"/>
          </a:p>
        </p:txBody>
      </p:sp>
      <p:pic>
        <p:nvPicPr>
          <p:cNvPr id="95" name="Image 34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4733849" y="1410005"/>
            <a:ext cx="190195" cy="190195"/>
          </a:xfrm>
          <a:prstGeom prst="rect">
            <a:avLst/>
          </a:prstGeom>
        </p:spPr>
      </p:pic>
      <p:sp>
        <p:nvSpPr>
          <p:cNvPr id="96" name="Shape 59"/>
          <p:cNvSpPr/>
          <p:nvPr/>
        </p:nvSpPr>
        <p:spPr>
          <a:xfrm>
            <a:off x="10650931" y="1390802"/>
            <a:ext cx="771754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97" name="Text 60"/>
          <p:cNvSpPr/>
          <p:nvPr/>
        </p:nvSpPr>
        <p:spPr>
          <a:xfrm>
            <a:off x="10650931" y="1390802"/>
            <a:ext cx="771754" cy="228600"/>
          </a:xfrm>
          <a:prstGeom prst="rect">
            <a:avLst/>
          </a:prstGeom>
          <a:solidFill>
            <a:srgbClr val="F3F4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 2024</a:t>
            </a:r>
            <a:endParaRPr lang="en-US" sz="900" dirty="0"/>
          </a:p>
        </p:txBody>
      </p:sp>
      <p:pic>
        <p:nvPicPr>
          <p:cNvPr id="98" name="Image 35" descr="preencoded.png"/>
          <p:cNvPicPr>
            <a:picLocks noChangeAspect="1"/>
          </p:cNvPicPr>
          <p:nvPr/>
        </p:nvPicPr>
        <p:blipFill>
          <a:blip r:embed="rId23"/>
          <a:srcRect t="-33" b="-33"/>
          <a:stretch/>
        </p:blipFill>
        <p:spPr>
          <a:xfrm>
            <a:off x="457200" y="6495898"/>
            <a:ext cx="4425696" cy="247802"/>
          </a:xfrm>
          <a:prstGeom prst="rect">
            <a:avLst/>
          </a:prstGeom>
        </p:spPr>
      </p:pic>
      <p:pic>
        <p:nvPicPr>
          <p:cNvPr id="99" name="Image 36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580644" y="6562649"/>
            <a:ext cx="114300" cy="114300"/>
          </a:xfrm>
          <a:prstGeom prst="rect">
            <a:avLst/>
          </a:prstGeom>
        </p:spPr>
      </p:pic>
      <p:sp>
        <p:nvSpPr>
          <p:cNvPr id="100" name="Text 61"/>
          <p:cNvSpPr txBox="1"/>
          <p:nvPr/>
        </p:nvSpPr>
        <p:spPr>
          <a:xfrm>
            <a:off x="771754" y="6495898"/>
            <a:ext cx="40672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file salvati su OneDrive sono modificabili in tempo reale anche da Mobile App.</a:t>
            </a:r>
            <a:endParaRPr lang="en-US" sz="900" dirty="0"/>
          </a:p>
        </p:txBody>
      </p:sp>
      <p:sp>
        <p:nvSpPr>
          <p:cNvPr id="101" name="Text 62"/>
          <p:cNvSpPr txBox="1"/>
          <p:nvPr/>
        </p:nvSpPr>
        <p:spPr>
          <a:xfrm>
            <a:off x="10695737" y="6590995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>
                    <a:alpha val="5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ESERCITAZIONE #1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4B90-3FE1-9297-3808-ED8804A2D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28" descr="preencoded.png">
            <a:extLst>
              <a:ext uri="{FF2B5EF4-FFF2-40B4-BE49-F238E27FC236}">
                <a16:creationId xmlns:a16="http://schemas.microsoft.com/office/drawing/2014/main" id="{E874ACFD-F754-9FCE-6F5F-9FCF5D71F1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7" r="-417"/>
          <a:stretch/>
        </p:blipFill>
        <p:spPr>
          <a:xfrm>
            <a:off x="4800142" y="3525194"/>
            <a:ext cx="19202" cy="437998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98080B5F-01A4-6ECF-37B3-D354EA85E58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8BCDF4-0C41-4534-D109-E0BE2BB22CA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BC98B78-8E38-674D-710C-C2B78D4009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5125E9C7-9D6F-0507-5EA2-99FE4BEEBD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AC4E6A89-0B2E-A731-C053-8862030967D5}"/>
              </a:ext>
            </a:extLst>
          </p:cNvPr>
          <p:cNvSpPr/>
          <p:nvPr/>
        </p:nvSpPr>
        <p:spPr>
          <a:xfrm>
            <a:off x="1295705" y="390449"/>
            <a:ext cx="1429207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268787F-156E-E4CA-BD76-AC18C85F7ED4}"/>
              </a:ext>
            </a:extLst>
          </p:cNvPr>
          <p:cNvSpPr/>
          <p:nvPr/>
        </p:nvSpPr>
        <p:spPr>
          <a:xfrm>
            <a:off x="1295705" y="390449"/>
            <a:ext cx="1429207" cy="24780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2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Workshop Pratico</a:t>
            </a:r>
            <a:endParaRPr lang="en-US" sz="9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35714A9-49BF-429D-795C-F1D8E41F1A79}"/>
              </a:ext>
            </a:extLst>
          </p:cNvPr>
          <p:cNvSpPr txBox="1"/>
          <p:nvPr/>
        </p:nvSpPr>
        <p:spPr>
          <a:xfrm>
            <a:off x="1295705" y="676656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Creazione Documento </a:t>
            </a:r>
            <a:r>
              <a:rPr lang="en-US" sz="2700" b="1" kern="0" spc="-67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</a:t>
            </a:r>
            <a:endParaRPr lang="en-US" sz="27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1677158-EA68-5AEC-0262-A838CF73A102}"/>
              </a:ext>
            </a:extLst>
          </p:cNvPr>
          <p:cNvSpPr/>
          <p:nvPr/>
        </p:nvSpPr>
        <p:spPr>
          <a:xfrm>
            <a:off x="9842602" y="381305"/>
            <a:ext cx="1895551" cy="638251"/>
          </a:xfrm>
          <a:prstGeom prst="roundRect">
            <a:avLst>
              <a:gd name="adj" fmla="val 2566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blurRad="38100" dist="25400" dir="16200000" algn="bl" rotWithShape="0">
              <a:srgbClr val="FCD34D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7354E8A-92D9-AFD1-ECC5-F7CBD10C828B}"/>
              </a:ext>
            </a:extLst>
          </p:cNvPr>
          <p:cNvSpPr/>
          <p:nvPr/>
        </p:nvSpPr>
        <p:spPr>
          <a:xfrm>
            <a:off x="10080346" y="507492"/>
            <a:ext cx="323698" cy="390449"/>
          </a:xfrm>
          <a:prstGeom prst="roundRect">
            <a:avLst>
              <a:gd name="adj" fmla="val 282486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F007764-3277-062E-9E39-2E8027872BFC}"/>
              </a:ext>
            </a:extLst>
          </p:cNvPr>
          <p:cNvSpPr txBox="1"/>
          <p:nvPr/>
        </p:nvSpPr>
        <p:spPr>
          <a:xfrm>
            <a:off x="10556748" y="657454"/>
            <a:ext cx="112288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15-20 </a:t>
            </a:r>
            <a:r>
              <a:rPr lang="en-US" sz="10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</a:t>
            </a:r>
            <a:endParaRPr lang="en-US" sz="18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44FE1610-9F82-ABED-6D6D-AFB5730811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10157155" y="583387"/>
            <a:ext cx="171907" cy="190195"/>
          </a:xfrm>
          <a:prstGeom prst="rect">
            <a:avLst/>
          </a:prstGeom>
        </p:spPr>
      </p:pic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9E90148E-1BF0-781F-99E3-D01C838CB8B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 rot="180000">
            <a:off x="457200" y="400507"/>
            <a:ext cx="640994" cy="640994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297D6492-8B91-E077-85C8-7D503A6ACE6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519" r="-2519"/>
          <a:stretch/>
        </p:blipFill>
        <p:spPr>
          <a:xfrm>
            <a:off x="640080" y="551383"/>
            <a:ext cx="247802" cy="314554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4C4F5146-1D4F-5FAC-D436-7191F222EB58}"/>
              </a:ext>
            </a:extLst>
          </p:cNvPr>
          <p:cNvSpPr txBox="1"/>
          <p:nvPr/>
        </p:nvSpPr>
        <p:spPr>
          <a:xfrm>
            <a:off x="10556748" y="504749"/>
            <a:ext cx="10195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 Stimato</a:t>
            </a:r>
            <a:endParaRPr lang="en-US" sz="900" dirty="0"/>
          </a:p>
        </p:txBody>
      </p:sp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B3455CE4-3EDF-1297-75D9-5626C158044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9" r="-9"/>
          <a:stretch/>
        </p:blipFill>
        <p:spPr>
          <a:xfrm>
            <a:off x="457200" y="1171346"/>
            <a:ext cx="3657600" cy="2180844"/>
          </a:xfrm>
          <a:prstGeom prst="rect">
            <a:avLst/>
          </a:prstGeom>
        </p:spPr>
      </p:pic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6522E0E3-8C93-117A-E054-943FE2EDF3F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43407" y="1399946"/>
            <a:ext cx="495605" cy="495605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68A7E72E-588F-B0B0-765D-139C474D9CCF}"/>
              </a:ext>
            </a:extLst>
          </p:cNvPr>
          <p:cNvSpPr txBox="1"/>
          <p:nvPr/>
        </p:nvSpPr>
        <p:spPr>
          <a:xfrm>
            <a:off x="1352398" y="1399946"/>
            <a:ext cx="167426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Obiettivo Sessione</a:t>
            </a:r>
            <a:endParaRPr lang="en-US" sz="15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3B7F4F7-2704-78A7-4237-616069475EDE}"/>
              </a:ext>
            </a:extLst>
          </p:cNvPr>
          <p:cNvSpPr txBox="1"/>
          <p:nvPr/>
        </p:nvSpPr>
        <p:spPr>
          <a:xfrm>
            <a:off x="743407" y="2009851"/>
            <a:ext cx="3219602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Creare un </a:t>
            </a:r>
            <a:r>
              <a:rPr lang="en-US" sz="1300" b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professionale</a:t>
            </a:r>
            <a:r>
              <a:rPr lang="en-US" sz="13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 2 pagine che dimostri padronanza nella formattazione, gestione grafica e strutturazione logica dei contenuti. </a:t>
            </a:r>
            <a:endParaRPr lang="en-US" sz="1300" dirty="0"/>
          </a:p>
        </p:txBody>
      </p:sp>
      <p:pic>
        <p:nvPicPr>
          <p:cNvPr id="20" name="Image 7" descr="preencoded.png">
            <a:extLst>
              <a:ext uri="{FF2B5EF4-FFF2-40B4-BE49-F238E27FC236}">
                <a16:creationId xmlns:a16="http://schemas.microsoft.com/office/drawing/2014/main" id="{BB6B5EFE-3089-288F-A93C-A562DC4CCE7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5" b="-5"/>
          <a:stretch/>
        </p:blipFill>
        <p:spPr>
          <a:xfrm>
            <a:off x="457200" y="3581705"/>
            <a:ext cx="3657600" cy="2895905"/>
          </a:xfrm>
          <a:prstGeom prst="rect">
            <a:avLst/>
          </a:prstGeom>
        </p:spPr>
      </p:pic>
      <p:sp>
        <p:nvSpPr>
          <p:cNvPr id="21" name="Shape 11">
            <a:extLst>
              <a:ext uri="{FF2B5EF4-FFF2-40B4-BE49-F238E27FC236}">
                <a16:creationId xmlns:a16="http://schemas.microsoft.com/office/drawing/2014/main" id="{1B12BEB2-B13D-9C56-0F3C-33CF360C7C53}"/>
              </a:ext>
            </a:extLst>
          </p:cNvPr>
          <p:cNvSpPr/>
          <p:nvPr/>
        </p:nvSpPr>
        <p:spPr>
          <a:xfrm>
            <a:off x="694944" y="4358030"/>
            <a:ext cx="3181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080C0E0B-C237-D5B4-9A2E-28087E108BE0}"/>
              </a:ext>
            </a:extLst>
          </p:cNvPr>
          <p:cNvSpPr txBox="1"/>
          <p:nvPr/>
        </p:nvSpPr>
        <p:spPr>
          <a:xfrm>
            <a:off x="951890" y="3976726"/>
            <a:ext cx="3001061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Tips &amp; Tricks </a:t>
            </a:r>
            <a:endParaRPr lang="en-US" sz="1300" dirty="0"/>
          </a:p>
        </p:txBody>
      </p:sp>
      <p:pic>
        <p:nvPicPr>
          <p:cNvPr id="23" name="Image 8" descr="preencoded.png">
            <a:extLst>
              <a:ext uri="{FF2B5EF4-FFF2-40B4-BE49-F238E27FC236}">
                <a16:creationId xmlns:a16="http://schemas.microsoft.com/office/drawing/2014/main" id="{4B6A383A-FB70-4863-98D7-6933223EFA1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4944" y="4015130"/>
            <a:ext cx="142646" cy="190195"/>
          </a:xfrm>
          <a:prstGeom prst="rect">
            <a:avLst/>
          </a:prstGeom>
        </p:spPr>
      </p:pic>
      <p:sp>
        <p:nvSpPr>
          <p:cNvPr id="24" name="Shape 13">
            <a:extLst>
              <a:ext uri="{FF2B5EF4-FFF2-40B4-BE49-F238E27FC236}">
                <a16:creationId xmlns:a16="http://schemas.microsoft.com/office/drawing/2014/main" id="{9BD6A68E-ED04-FD7F-F560-1F653FF2D1FC}"/>
              </a:ext>
            </a:extLst>
          </p:cNvPr>
          <p:cNvSpPr/>
          <p:nvPr/>
        </p:nvSpPr>
        <p:spPr>
          <a:xfrm>
            <a:off x="694944" y="4576572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9" descr="preencoded.png">
            <a:extLst>
              <a:ext uri="{FF2B5EF4-FFF2-40B4-BE49-F238E27FC236}">
                <a16:creationId xmlns:a16="http://schemas.microsoft.com/office/drawing/2014/main" id="{2A229141-2BAE-7A45-895A-A4D4B3D063F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757123" y="4634179"/>
            <a:ext cx="105156" cy="114300"/>
          </a:xfrm>
          <a:prstGeom prst="rect">
            <a:avLst/>
          </a:prstGeom>
        </p:spPr>
      </p:pic>
      <p:sp>
        <p:nvSpPr>
          <p:cNvPr id="26" name="Text 14">
            <a:extLst>
              <a:ext uri="{FF2B5EF4-FFF2-40B4-BE49-F238E27FC236}">
                <a16:creationId xmlns:a16="http://schemas.microsoft.com/office/drawing/2014/main" id="{74D365EA-B7BF-4667-169F-00CB44CBD1C2}"/>
              </a:ext>
            </a:extLst>
          </p:cNvPr>
          <p:cNvSpPr txBox="1"/>
          <p:nvPr/>
        </p:nvSpPr>
        <p:spPr>
          <a:xfrm>
            <a:off x="1037844" y="4557370"/>
            <a:ext cx="2606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Indentazione Rapida</a:t>
            </a:r>
            <a:endParaRPr lang="en-US" sz="10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D9B5BCE3-9A7A-7C29-3C2C-3B2EFBFE6B5A}"/>
              </a:ext>
            </a:extLst>
          </p:cNvPr>
          <p:cNvSpPr txBox="1"/>
          <p:nvPr/>
        </p:nvSpPr>
        <p:spPr>
          <a:xfrm>
            <a:off x="1037844" y="4748479"/>
            <a:ext cx="2981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il tasto </a:t>
            </a:r>
            <a:r>
              <a:rPr lang="en-US" sz="10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</a:t>
            </a: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invece degli spazi multipli.</a:t>
            </a:r>
            <a:endParaRPr lang="en-US" sz="1000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ACB1D21A-CBCF-897E-3C43-D7610B92A68B}"/>
              </a:ext>
            </a:extLst>
          </p:cNvPr>
          <p:cNvSpPr/>
          <p:nvPr/>
        </p:nvSpPr>
        <p:spPr>
          <a:xfrm>
            <a:off x="694944" y="5148072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10" descr="preencoded.png">
            <a:extLst>
              <a:ext uri="{FF2B5EF4-FFF2-40B4-BE49-F238E27FC236}">
                <a16:creationId xmlns:a16="http://schemas.microsoft.com/office/drawing/2014/main" id="{6758D097-4C06-6C8A-3088-5EAFE87B3E7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757123" y="5205679"/>
            <a:ext cx="105156" cy="114300"/>
          </a:xfrm>
          <a:prstGeom prst="rect">
            <a:avLst/>
          </a:prstGeom>
        </p:spPr>
      </p:pic>
      <p:sp>
        <p:nvSpPr>
          <p:cNvPr id="30" name="Text 17">
            <a:extLst>
              <a:ext uri="{FF2B5EF4-FFF2-40B4-BE49-F238E27FC236}">
                <a16:creationId xmlns:a16="http://schemas.microsoft.com/office/drawing/2014/main" id="{40772E13-BF74-236E-B422-DDDD00C0E8B4}"/>
              </a:ext>
            </a:extLst>
          </p:cNvPr>
          <p:cNvSpPr txBox="1"/>
          <p:nvPr/>
        </p:nvSpPr>
        <p:spPr>
          <a:xfrm>
            <a:off x="1037844" y="5128870"/>
            <a:ext cx="21899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Salvataggio Sicuro</a:t>
            </a:r>
            <a:endParaRPr lang="en-US" sz="10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6C3346BF-F568-8FA1-AE92-12D7A8D811D1}"/>
              </a:ext>
            </a:extLst>
          </p:cNvPr>
          <p:cNvSpPr txBox="1"/>
          <p:nvPr/>
        </p:nvSpPr>
        <p:spPr>
          <a:xfrm>
            <a:off x="1037844" y="5319979"/>
            <a:ext cx="2505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Scorciatoia </a:t>
            </a:r>
            <a:r>
              <a:rPr lang="en-US" sz="10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Ctrl+S</a:t>
            </a: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ogni 5-10 minuti.</a:t>
            </a:r>
            <a:endParaRPr lang="en-US" sz="100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1ABD30F9-A27E-E881-CE6A-4564CAE1A937}"/>
              </a:ext>
            </a:extLst>
          </p:cNvPr>
          <p:cNvSpPr/>
          <p:nvPr/>
        </p:nvSpPr>
        <p:spPr>
          <a:xfrm>
            <a:off x="694944" y="5719572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11" descr="preencoded.png">
            <a:extLst>
              <a:ext uri="{FF2B5EF4-FFF2-40B4-BE49-F238E27FC236}">
                <a16:creationId xmlns:a16="http://schemas.microsoft.com/office/drawing/2014/main" id="{D087F5BD-5EFB-E827-A2E1-68FEE988273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757123" y="5777179"/>
            <a:ext cx="105156" cy="114300"/>
          </a:xfrm>
          <a:prstGeom prst="rect">
            <a:avLst/>
          </a:prstGeom>
        </p:spPr>
      </p:pic>
      <p:sp>
        <p:nvSpPr>
          <p:cNvPr id="34" name="Text 20">
            <a:extLst>
              <a:ext uri="{FF2B5EF4-FFF2-40B4-BE49-F238E27FC236}">
                <a16:creationId xmlns:a16="http://schemas.microsoft.com/office/drawing/2014/main" id="{9ED94D43-073E-4FD9-8724-01F84185E906}"/>
              </a:ext>
            </a:extLst>
          </p:cNvPr>
          <p:cNvSpPr txBox="1"/>
          <p:nvPr/>
        </p:nvSpPr>
        <p:spPr>
          <a:xfrm>
            <a:off x="1037844" y="5700370"/>
            <a:ext cx="21991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Sommario Perfetto</a:t>
            </a:r>
            <a:endParaRPr lang="en-US" sz="10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EFDC31B0-E9BD-203B-17F4-09C4ED027983}"/>
              </a:ext>
            </a:extLst>
          </p:cNvPr>
          <p:cNvSpPr txBox="1"/>
          <p:nvPr/>
        </p:nvSpPr>
        <p:spPr>
          <a:xfrm>
            <a:off x="1037844" y="5891479"/>
            <a:ext cx="25164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gli stili </a:t>
            </a:r>
            <a:r>
              <a:rPr lang="en-US" sz="10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Titolo 1/2</a:t>
            </a: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generarlo.</a:t>
            </a:r>
            <a:endParaRPr lang="en-US" sz="1000" dirty="0"/>
          </a:p>
        </p:txBody>
      </p:sp>
      <p:pic>
        <p:nvPicPr>
          <p:cNvPr id="36" name="Image 12" descr="preencoded.png">
            <a:extLst>
              <a:ext uri="{FF2B5EF4-FFF2-40B4-BE49-F238E27FC236}">
                <a16:creationId xmlns:a16="http://schemas.microsoft.com/office/drawing/2014/main" id="{9A7AF519-7D41-FACD-DE40-660785EC869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-1" r="-1"/>
          <a:stretch/>
        </p:blipFill>
        <p:spPr>
          <a:xfrm>
            <a:off x="4419295" y="1171346"/>
            <a:ext cx="7315200" cy="5305349"/>
          </a:xfrm>
          <a:prstGeom prst="rect">
            <a:avLst/>
          </a:prstGeom>
        </p:spPr>
      </p:pic>
      <p:sp>
        <p:nvSpPr>
          <p:cNvPr id="37" name="Shape 22">
            <a:extLst>
              <a:ext uri="{FF2B5EF4-FFF2-40B4-BE49-F238E27FC236}">
                <a16:creationId xmlns:a16="http://schemas.microsoft.com/office/drawing/2014/main" id="{7358A30C-3052-C5CD-73EE-131C9DE858AD}"/>
              </a:ext>
            </a:extLst>
          </p:cNvPr>
          <p:cNvSpPr/>
          <p:nvPr/>
        </p:nvSpPr>
        <p:spPr>
          <a:xfrm>
            <a:off x="4429354" y="2943454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27">
            <a:extLst>
              <a:ext uri="{FF2B5EF4-FFF2-40B4-BE49-F238E27FC236}">
                <a16:creationId xmlns:a16="http://schemas.microsoft.com/office/drawing/2014/main" id="{A7F9DD35-7AE6-74BC-D910-3336A0CC9877}"/>
              </a:ext>
            </a:extLst>
          </p:cNvPr>
          <p:cNvSpPr/>
          <p:nvPr/>
        </p:nvSpPr>
        <p:spPr>
          <a:xfrm>
            <a:off x="4429354" y="4058107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Shape 32">
            <a:extLst>
              <a:ext uri="{FF2B5EF4-FFF2-40B4-BE49-F238E27FC236}">
                <a16:creationId xmlns:a16="http://schemas.microsoft.com/office/drawing/2014/main" id="{BB7AEFDB-187A-29F0-120F-BD5646433FD2}"/>
              </a:ext>
            </a:extLst>
          </p:cNvPr>
          <p:cNvSpPr/>
          <p:nvPr/>
        </p:nvSpPr>
        <p:spPr>
          <a:xfrm>
            <a:off x="4429354" y="5172761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Shape 37">
            <a:extLst>
              <a:ext uri="{FF2B5EF4-FFF2-40B4-BE49-F238E27FC236}">
                <a16:creationId xmlns:a16="http://schemas.microsoft.com/office/drawing/2014/main" id="{614B5997-5E2C-DDC7-6895-3D109FC5B085}"/>
              </a:ext>
            </a:extLst>
          </p:cNvPr>
          <p:cNvSpPr/>
          <p:nvPr/>
        </p:nvSpPr>
        <p:spPr>
          <a:xfrm>
            <a:off x="4429354" y="6287414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42">
            <a:extLst>
              <a:ext uri="{FF2B5EF4-FFF2-40B4-BE49-F238E27FC236}">
                <a16:creationId xmlns:a16="http://schemas.microsoft.com/office/drawing/2014/main" id="{B3B601F8-867A-E4AA-D482-82BE4A91E9C1}"/>
              </a:ext>
            </a:extLst>
          </p:cNvPr>
          <p:cNvSpPr/>
          <p:nvPr/>
        </p:nvSpPr>
        <p:spPr>
          <a:xfrm>
            <a:off x="4429354" y="7420356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0" name="Image 25" descr="preencoded.png">
            <a:extLst>
              <a:ext uri="{FF2B5EF4-FFF2-40B4-BE49-F238E27FC236}">
                <a16:creationId xmlns:a16="http://schemas.microsoft.com/office/drawing/2014/main" id="{63A867BE-6E89-1FBA-A5DC-797BBA47BE6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411" r="-411"/>
          <a:stretch/>
        </p:blipFill>
        <p:spPr>
          <a:xfrm>
            <a:off x="4819344" y="2391338"/>
            <a:ext cx="19202" cy="666598"/>
          </a:xfrm>
          <a:prstGeom prst="rect">
            <a:avLst/>
          </a:prstGeom>
        </p:spPr>
      </p:pic>
      <p:pic>
        <p:nvPicPr>
          <p:cNvPr id="71" name="Image 26" descr="preencoded.png">
            <a:extLst>
              <a:ext uri="{FF2B5EF4-FFF2-40B4-BE49-F238E27FC236}">
                <a16:creationId xmlns:a16="http://schemas.microsoft.com/office/drawing/2014/main" id="{E3488F72-EC10-4FB0-23E8-8E5D4372F80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600803" y="1934138"/>
            <a:ext cx="457200" cy="457200"/>
          </a:xfrm>
          <a:prstGeom prst="rect">
            <a:avLst/>
          </a:prstGeom>
        </p:spPr>
      </p:pic>
      <p:sp>
        <p:nvSpPr>
          <p:cNvPr id="72" name="Shape 43">
            <a:extLst>
              <a:ext uri="{FF2B5EF4-FFF2-40B4-BE49-F238E27FC236}">
                <a16:creationId xmlns:a16="http://schemas.microsoft.com/office/drawing/2014/main" id="{D4063D62-7C12-FA5B-0A5F-01DB415F6494}"/>
              </a:ext>
            </a:extLst>
          </p:cNvPr>
          <p:cNvSpPr/>
          <p:nvPr/>
        </p:nvSpPr>
        <p:spPr>
          <a:xfrm>
            <a:off x="4600803" y="1934138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73" name="Text 44">
            <a:extLst>
              <a:ext uri="{FF2B5EF4-FFF2-40B4-BE49-F238E27FC236}">
                <a16:creationId xmlns:a16="http://schemas.microsoft.com/office/drawing/2014/main" id="{6EAA5516-5FAA-6A14-3C73-64F7BB216281}"/>
              </a:ext>
            </a:extLst>
          </p:cNvPr>
          <p:cNvSpPr/>
          <p:nvPr/>
        </p:nvSpPr>
        <p:spPr>
          <a:xfrm>
            <a:off x="4600803" y="1934138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500" dirty="0"/>
          </a:p>
        </p:txBody>
      </p:sp>
      <p:sp>
        <p:nvSpPr>
          <p:cNvPr id="74" name="Text 45">
            <a:extLst>
              <a:ext uri="{FF2B5EF4-FFF2-40B4-BE49-F238E27FC236}">
                <a16:creationId xmlns:a16="http://schemas.microsoft.com/office/drawing/2014/main" id="{1BEAC4FC-4E59-8BD5-8E3D-E8C379C8CF0F}"/>
              </a:ext>
            </a:extLst>
          </p:cNvPr>
          <p:cNvSpPr txBox="1"/>
          <p:nvPr/>
        </p:nvSpPr>
        <p:spPr>
          <a:xfrm>
            <a:off x="5248198" y="1972543"/>
            <a:ext cx="1972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Intestazione &amp; Footer</a:t>
            </a:r>
            <a:endParaRPr lang="en-US" sz="1300" dirty="0"/>
          </a:p>
        </p:txBody>
      </p:sp>
      <p:pic>
        <p:nvPicPr>
          <p:cNvPr id="75" name="Image 27" descr="preencoded.png">
            <a:extLst>
              <a:ext uri="{FF2B5EF4-FFF2-40B4-BE49-F238E27FC236}">
                <a16:creationId xmlns:a16="http://schemas.microsoft.com/office/drawing/2014/main" id="{630A72A8-933D-0CC2-5452-6328947DC2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28250" b="-28250"/>
          <a:stretch/>
        </p:blipFill>
        <p:spPr>
          <a:xfrm>
            <a:off x="11211000" y="1972543"/>
            <a:ext cx="228600" cy="286207"/>
          </a:xfrm>
          <a:prstGeom prst="rect">
            <a:avLst/>
          </a:prstGeom>
        </p:spPr>
      </p:pic>
      <p:sp>
        <p:nvSpPr>
          <p:cNvPr id="76" name="Text 46">
            <a:extLst>
              <a:ext uri="{FF2B5EF4-FFF2-40B4-BE49-F238E27FC236}">
                <a16:creationId xmlns:a16="http://schemas.microsoft.com/office/drawing/2014/main" id="{32BA54DB-B4C6-5238-E962-03472BD328DC}"/>
              </a:ext>
            </a:extLst>
          </p:cNvPr>
          <p:cNvSpPr txBox="1"/>
          <p:nvPr/>
        </p:nvSpPr>
        <p:spPr>
          <a:xfrm>
            <a:off x="5248198" y="2334645"/>
            <a:ext cx="62682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Doppio clic in alto/basso: inserisci il nome del corso nell'Intestazione e il </a:t>
            </a: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Numero Pagina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nel Piè di pagina.</a:t>
            </a:r>
            <a:endParaRPr lang="en-US" sz="1200" dirty="0"/>
          </a:p>
        </p:txBody>
      </p:sp>
      <p:sp>
        <p:nvSpPr>
          <p:cNvPr id="77" name="Shape 47">
            <a:extLst>
              <a:ext uri="{FF2B5EF4-FFF2-40B4-BE49-F238E27FC236}">
                <a16:creationId xmlns:a16="http://schemas.microsoft.com/office/drawing/2014/main" id="{9940BB3D-87C1-D6CA-98E1-B9C5DD915BB3}"/>
              </a:ext>
            </a:extLst>
          </p:cNvPr>
          <p:cNvSpPr/>
          <p:nvPr/>
        </p:nvSpPr>
        <p:spPr>
          <a:xfrm>
            <a:off x="4429354" y="8325612"/>
            <a:ext cx="7295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50">
            <a:extLst>
              <a:ext uri="{FF2B5EF4-FFF2-40B4-BE49-F238E27FC236}">
                <a16:creationId xmlns:a16="http://schemas.microsoft.com/office/drawing/2014/main" id="{4D6D8672-ED4C-D578-B400-5CD57B471332}"/>
              </a:ext>
            </a:extLst>
          </p:cNvPr>
          <p:cNvSpPr txBox="1"/>
          <p:nvPr/>
        </p:nvSpPr>
        <p:spPr>
          <a:xfrm>
            <a:off x="5248198" y="3105484"/>
            <a:ext cx="206380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Sommario Automatico</a:t>
            </a:r>
            <a:endParaRPr lang="en-US" sz="1300" dirty="0"/>
          </a:p>
        </p:txBody>
      </p:sp>
      <p:pic>
        <p:nvPicPr>
          <p:cNvPr id="83" name="Image 30" descr="preencoded.png">
            <a:extLst>
              <a:ext uri="{FF2B5EF4-FFF2-40B4-BE49-F238E27FC236}">
                <a16:creationId xmlns:a16="http://schemas.microsoft.com/office/drawing/2014/main" id="{6ECF0EC9-3AEE-AB1D-0F59-1DF8837FEE1A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1211000" y="3105484"/>
            <a:ext cx="228600" cy="228600"/>
          </a:xfrm>
          <a:prstGeom prst="rect">
            <a:avLst/>
          </a:prstGeom>
        </p:spPr>
      </p:pic>
      <p:sp>
        <p:nvSpPr>
          <p:cNvPr id="84" name="Text 51">
            <a:extLst>
              <a:ext uri="{FF2B5EF4-FFF2-40B4-BE49-F238E27FC236}">
                <a16:creationId xmlns:a16="http://schemas.microsoft.com/office/drawing/2014/main" id="{204149DB-93E9-7A10-B0B4-9E51B12BF72A}"/>
              </a:ext>
            </a:extLst>
          </p:cNvPr>
          <p:cNvSpPr txBox="1"/>
          <p:nvPr/>
        </p:nvSpPr>
        <p:spPr>
          <a:xfrm>
            <a:off x="5248198" y="3448384"/>
            <a:ext cx="6877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Posizionati a inizio documento. Scheda Riferimenti &gt; </a:t>
            </a: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Sommario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&gt; Sommario Automatico 1.</a:t>
            </a:r>
            <a:endParaRPr lang="en-US" sz="1200" dirty="0"/>
          </a:p>
        </p:txBody>
      </p:sp>
      <p:sp>
        <p:nvSpPr>
          <p:cNvPr id="85" name="Shape 52">
            <a:extLst>
              <a:ext uri="{FF2B5EF4-FFF2-40B4-BE49-F238E27FC236}">
                <a16:creationId xmlns:a16="http://schemas.microsoft.com/office/drawing/2014/main" id="{9E990C47-7A21-061B-FE56-D8C96912C9B2}"/>
              </a:ext>
            </a:extLst>
          </p:cNvPr>
          <p:cNvSpPr/>
          <p:nvPr/>
        </p:nvSpPr>
        <p:spPr>
          <a:xfrm>
            <a:off x="4429354" y="8334756"/>
            <a:ext cx="7295998" cy="89519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6" name="Shape 53">
            <a:extLst>
              <a:ext uri="{FF2B5EF4-FFF2-40B4-BE49-F238E27FC236}">
                <a16:creationId xmlns:a16="http://schemas.microsoft.com/office/drawing/2014/main" id="{62342E99-F4B0-7922-6507-95F9ADD74959}"/>
              </a:ext>
            </a:extLst>
          </p:cNvPr>
          <p:cNvSpPr/>
          <p:nvPr/>
        </p:nvSpPr>
        <p:spPr>
          <a:xfrm>
            <a:off x="4429354" y="8334756"/>
            <a:ext cx="38405" cy="8951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7" name="Image 31" descr="preencoded.png">
            <a:extLst>
              <a:ext uri="{FF2B5EF4-FFF2-40B4-BE49-F238E27FC236}">
                <a16:creationId xmlns:a16="http://schemas.microsoft.com/office/drawing/2014/main" id="{C7B6493D-3863-B644-CE28-95DDAE77AD7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638293" y="3972335"/>
            <a:ext cx="457200" cy="457200"/>
          </a:xfrm>
          <a:prstGeom prst="rect">
            <a:avLst/>
          </a:prstGeom>
        </p:spPr>
      </p:pic>
      <p:sp>
        <p:nvSpPr>
          <p:cNvPr id="88" name="Shape 54">
            <a:extLst>
              <a:ext uri="{FF2B5EF4-FFF2-40B4-BE49-F238E27FC236}">
                <a16:creationId xmlns:a16="http://schemas.microsoft.com/office/drawing/2014/main" id="{584D9AD0-3CF7-DA76-7882-F53F632DF291}"/>
              </a:ext>
            </a:extLst>
          </p:cNvPr>
          <p:cNvSpPr/>
          <p:nvPr/>
        </p:nvSpPr>
        <p:spPr>
          <a:xfrm>
            <a:off x="4638293" y="3972335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89" name="Text 55">
            <a:extLst>
              <a:ext uri="{FF2B5EF4-FFF2-40B4-BE49-F238E27FC236}">
                <a16:creationId xmlns:a16="http://schemas.microsoft.com/office/drawing/2014/main" id="{6C81EAF1-6969-2B71-8379-729A0EB26293}"/>
              </a:ext>
            </a:extLst>
          </p:cNvPr>
          <p:cNvSpPr/>
          <p:nvPr/>
        </p:nvSpPr>
        <p:spPr>
          <a:xfrm>
            <a:off x="4628729" y="3972335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500" dirty="0"/>
          </a:p>
        </p:txBody>
      </p:sp>
      <p:sp>
        <p:nvSpPr>
          <p:cNvPr id="90" name="Text 56">
            <a:extLst>
              <a:ext uri="{FF2B5EF4-FFF2-40B4-BE49-F238E27FC236}">
                <a16:creationId xmlns:a16="http://schemas.microsoft.com/office/drawing/2014/main" id="{6F046D5A-AC4E-9BB1-03D9-233F7186A876}"/>
              </a:ext>
            </a:extLst>
          </p:cNvPr>
          <p:cNvSpPr txBox="1"/>
          <p:nvPr/>
        </p:nvSpPr>
        <p:spPr>
          <a:xfrm>
            <a:off x="5286603" y="4010740"/>
            <a:ext cx="224485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Salvataggio &amp; Consegna</a:t>
            </a:r>
            <a:endParaRPr lang="en-US" sz="1300" dirty="0"/>
          </a:p>
        </p:txBody>
      </p:sp>
      <p:pic>
        <p:nvPicPr>
          <p:cNvPr id="91" name="Image 32" descr="preencoded.png">
            <a:extLst>
              <a:ext uri="{FF2B5EF4-FFF2-40B4-BE49-F238E27FC236}">
                <a16:creationId xmlns:a16="http://schemas.microsoft.com/office/drawing/2014/main" id="{05B892EA-0E3D-9A7D-22C9-CC075752501D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80" r="-80"/>
          <a:stretch/>
        </p:blipFill>
        <p:spPr>
          <a:xfrm>
            <a:off x="11153393" y="4010740"/>
            <a:ext cx="286207" cy="228600"/>
          </a:xfrm>
          <a:prstGeom prst="rect">
            <a:avLst/>
          </a:prstGeom>
        </p:spPr>
      </p:pic>
      <p:sp>
        <p:nvSpPr>
          <p:cNvPr id="92" name="Text 57">
            <a:extLst>
              <a:ext uri="{FF2B5EF4-FFF2-40B4-BE49-F238E27FC236}">
                <a16:creationId xmlns:a16="http://schemas.microsoft.com/office/drawing/2014/main" id="{A3BB9289-DCA0-C222-4296-6F3B259A408B}"/>
              </a:ext>
            </a:extLst>
          </p:cNvPr>
          <p:cNvSpPr txBox="1"/>
          <p:nvPr/>
        </p:nvSpPr>
        <p:spPr>
          <a:xfrm>
            <a:off x="5286603" y="4353640"/>
            <a:ext cx="6839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Salva su </a:t>
            </a:r>
            <a:r>
              <a:rPr lang="en-US" sz="12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OneDrive</a:t>
            </a:r>
            <a:r>
              <a:rPr lang="en-US" sz="12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come: </a:t>
            </a:r>
            <a:r>
              <a:rPr lang="en-US" sz="1200" i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"Report_Esercizio1_Cognome"</a:t>
            </a:r>
            <a:r>
              <a:rPr lang="en-US" sz="12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Condividi il link se richiesto.</a:t>
            </a:r>
            <a:endParaRPr lang="en-US" sz="1200" dirty="0"/>
          </a:p>
        </p:txBody>
      </p:sp>
      <p:pic>
        <p:nvPicPr>
          <p:cNvPr id="93" name="Image 33" descr="preencoded.png">
            <a:extLst>
              <a:ext uri="{FF2B5EF4-FFF2-40B4-BE49-F238E27FC236}">
                <a16:creationId xmlns:a16="http://schemas.microsoft.com/office/drawing/2014/main" id="{C5D25118-9C91-E07D-D67B-7FA0E421702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18" b="-18"/>
          <a:stretch/>
        </p:blipFill>
        <p:spPr>
          <a:xfrm>
            <a:off x="4429354" y="1181405"/>
            <a:ext cx="7295998" cy="657454"/>
          </a:xfrm>
          <a:prstGeom prst="rect">
            <a:avLst/>
          </a:prstGeom>
        </p:spPr>
      </p:pic>
      <p:sp>
        <p:nvSpPr>
          <p:cNvPr id="94" name="Text 58">
            <a:extLst>
              <a:ext uri="{FF2B5EF4-FFF2-40B4-BE49-F238E27FC236}">
                <a16:creationId xmlns:a16="http://schemas.microsoft.com/office/drawing/2014/main" id="{3AABEC54-6561-2E77-77F9-88232E90CE0C}"/>
              </a:ext>
            </a:extLst>
          </p:cNvPr>
          <p:cNvSpPr txBox="1"/>
          <p:nvPr/>
        </p:nvSpPr>
        <p:spPr>
          <a:xfrm>
            <a:off x="5038344" y="1371600"/>
            <a:ext cx="17830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Guida Passo-Passo </a:t>
            </a:r>
            <a:endParaRPr lang="en-US" sz="1500" dirty="0"/>
          </a:p>
        </p:txBody>
      </p:sp>
      <p:pic>
        <p:nvPicPr>
          <p:cNvPr id="95" name="Image 34" descr="preencoded.png">
            <a:extLst>
              <a:ext uri="{FF2B5EF4-FFF2-40B4-BE49-F238E27FC236}">
                <a16:creationId xmlns:a16="http://schemas.microsoft.com/office/drawing/2014/main" id="{ABC96CAE-9EB8-5B69-405D-1C6F99F340E9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733849" y="1410005"/>
            <a:ext cx="190195" cy="190195"/>
          </a:xfrm>
          <a:prstGeom prst="rect">
            <a:avLst/>
          </a:prstGeom>
        </p:spPr>
      </p:pic>
      <p:sp>
        <p:nvSpPr>
          <p:cNvPr id="96" name="Shape 59">
            <a:extLst>
              <a:ext uri="{FF2B5EF4-FFF2-40B4-BE49-F238E27FC236}">
                <a16:creationId xmlns:a16="http://schemas.microsoft.com/office/drawing/2014/main" id="{8F766993-D775-A66F-4088-20AEBFA090D4}"/>
              </a:ext>
            </a:extLst>
          </p:cNvPr>
          <p:cNvSpPr/>
          <p:nvPr/>
        </p:nvSpPr>
        <p:spPr>
          <a:xfrm>
            <a:off x="10650931" y="1390802"/>
            <a:ext cx="771754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97" name="Text 60">
            <a:extLst>
              <a:ext uri="{FF2B5EF4-FFF2-40B4-BE49-F238E27FC236}">
                <a16:creationId xmlns:a16="http://schemas.microsoft.com/office/drawing/2014/main" id="{99FD048C-5EC5-3F55-9BE1-DD07126D0BCB}"/>
              </a:ext>
            </a:extLst>
          </p:cNvPr>
          <p:cNvSpPr/>
          <p:nvPr/>
        </p:nvSpPr>
        <p:spPr>
          <a:xfrm>
            <a:off x="10650931" y="1390802"/>
            <a:ext cx="771754" cy="228600"/>
          </a:xfrm>
          <a:prstGeom prst="rect">
            <a:avLst/>
          </a:prstGeom>
          <a:solidFill>
            <a:srgbClr val="F3F4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 2024</a:t>
            </a:r>
            <a:endParaRPr lang="en-US" sz="900" dirty="0"/>
          </a:p>
        </p:txBody>
      </p:sp>
      <p:pic>
        <p:nvPicPr>
          <p:cNvPr id="98" name="Image 35" descr="preencoded.png">
            <a:extLst>
              <a:ext uri="{FF2B5EF4-FFF2-40B4-BE49-F238E27FC236}">
                <a16:creationId xmlns:a16="http://schemas.microsoft.com/office/drawing/2014/main" id="{F109BA83-7621-1889-344F-E2B9DC7640F9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-33" b="-33"/>
          <a:stretch/>
        </p:blipFill>
        <p:spPr>
          <a:xfrm>
            <a:off x="457200" y="6495898"/>
            <a:ext cx="4425696" cy="247802"/>
          </a:xfrm>
          <a:prstGeom prst="rect">
            <a:avLst/>
          </a:prstGeom>
        </p:spPr>
      </p:pic>
      <p:pic>
        <p:nvPicPr>
          <p:cNvPr id="99" name="Image 36" descr="preencoded.png">
            <a:extLst>
              <a:ext uri="{FF2B5EF4-FFF2-40B4-BE49-F238E27FC236}">
                <a16:creationId xmlns:a16="http://schemas.microsoft.com/office/drawing/2014/main" id="{2F5710FC-6D29-F724-4199-51ACEE625EDC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580644" y="6562649"/>
            <a:ext cx="114300" cy="114300"/>
          </a:xfrm>
          <a:prstGeom prst="rect">
            <a:avLst/>
          </a:prstGeom>
        </p:spPr>
      </p:pic>
      <p:sp>
        <p:nvSpPr>
          <p:cNvPr id="100" name="Text 61">
            <a:extLst>
              <a:ext uri="{FF2B5EF4-FFF2-40B4-BE49-F238E27FC236}">
                <a16:creationId xmlns:a16="http://schemas.microsoft.com/office/drawing/2014/main" id="{4759110E-0BCB-6EF8-65BC-009637EB46EB}"/>
              </a:ext>
            </a:extLst>
          </p:cNvPr>
          <p:cNvSpPr txBox="1"/>
          <p:nvPr/>
        </p:nvSpPr>
        <p:spPr>
          <a:xfrm>
            <a:off x="771754" y="6495898"/>
            <a:ext cx="40672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file salvati su OneDrive sono modificabili in tempo reale anche da Mobile App.</a:t>
            </a:r>
            <a:endParaRPr lang="en-US" sz="900" dirty="0"/>
          </a:p>
        </p:txBody>
      </p:sp>
      <p:sp>
        <p:nvSpPr>
          <p:cNvPr id="101" name="Text 62">
            <a:extLst>
              <a:ext uri="{FF2B5EF4-FFF2-40B4-BE49-F238E27FC236}">
                <a16:creationId xmlns:a16="http://schemas.microsoft.com/office/drawing/2014/main" id="{9AA37B08-18FF-5218-82D4-13DDA2328D54}"/>
              </a:ext>
            </a:extLst>
          </p:cNvPr>
          <p:cNvSpPr txBox="1"/>
          <p:nvPr/>
        </p:nvSpPr>
        <p:spPr>
          <a:xfrm>
            <a:off x="10695737" y="6590995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>
                    <a:alpha val="5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ESERCITAZIONE #1</a:t>
            </a:r>
            <a:endParaRPr lang="en-US" sz="900" dirty="0"/>
          </a:p>
        </p:txBody>
      </p:sp>
      <p:pic>
        <p:nvPicPr>
          <p:cNvPr id="102" name="Image 22" descr="preencoded.png">
            <a:extLst>
              <a:ext uri="{FF2B5EF4-FFF2-40B4-BE49-F238E27FC236}">
                <a16:creationId xmlns:a16="http://schemas.microsoft.com/office/drawing/2014/main" id="{AF726526-24E3-CE75-A6C3-B9B8450BCA41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-424" r="-424"/>
          <a:stretch/>
        </p:blipFill>
        <p:spPr>
          <a:xfrm>
            <a:off x="4821878" y="2417734"/>
            <a:ext cx="19202" cy="647395"/>
          </a:xfrm>
          <a:prstGeom prst="rect">
            <a:avLst/>
          </a:prstGeom>
        </p:spPr>
      </p:pic>
      <p:pic>
        <p:nvPicPr>
          <p:cNvPr id="103" name="Image 22" descr="preencoded.png">
            <a:extLst>
              <a:ext uri="{FF2B5EF4-FFF2-40B4-BE49-F238E27FC236}">
                <a16:creationId xmlns:a16="http://schemas.microsoft.com/office/drawing/2014/main" id="{18425E8E-A439-1477-CD2B-A90FA83BDB2E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-424" r="-424"/>
          <a:stretch/>
        </p:blipFill>
        <p:spPr>
          <a:xfrm>
            <a:off x="4828791" y="3325397"/>
            <a:ext cx="19202" cy="647395"/>
          </a:xfrm>
          <a:prstGeom prst="rect">
            <a:avLst/>
          </a:prstGeom>
        </p:spPr>
      </p:pic>
      <p:pic>
        <p:nvPicPr>
          <p:cNvPr id="79" name="Image 29" descr="preencoded.png">
            <a:extLst>
              <a:ext uri="{FF2B5EF4-FFF2-40B4-BE49-F238E27FC236}">
                <a16:creationId xmlns:a16="http://schemas.microsoft.com/office/drawing/2014/main" id="{B8FDE13E-2364-7139-3392-75102BBF285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600803" y="3067994"/>
            <a:ext cx="457200" cy="457200"/>
          </a:xfrm>
          <a:prstGeom prst="rect">
            <a:avLst/>
          </a:prstGeom>
        </p:spPr>
      </p:pic>
      <p:sp>
        <p:nvSpPr>
          <p:cNvPr id="80" name="Shape 48">
            <a:extLst>
              <a:ext uri="{FF2B5EF4-FFF2-40B4-BE49-F238E27FC236}">
                <a16:creationId xmlns:a16="http://schemas.microsoft.com/office/drawing/2014/main" id="{9DEDE8F2-6EE3-994C-1485-3DFFDD21DE0E}"/>
              </a:ext>
            </a:extLst>
          </p:cNvPr>
          <p:cNvSpPr/>
          <p:nvPr/>
        </p:nvSpPr>
        <p:spPr>
          <a:xfrm>
            <a:off x="4600803" y="3067994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81" name="Text 49">
            <a:extLst>
              <a:ext uri="{FF2B5EF4-FFF2-40B4-BE49-F238E27FC236}">
                <a16:creationId xmlns:a16="http://schemas.microsoft.com/office/drawing/2014/main" id="{D989470B-5114-9F8F-7479-9279C649379D}"/>
              </a:ext>
            </a:extLst>
          </p:cNvPr>
          <p:cNvSpPr/>
          <p:nvPr/>
        </p:nvSpPr>
        <p:spPr>
          <a:xfrm>
            <a:off x="4600803" y="306799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7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71099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0" y="0"/>
            <a:ext cx="6096305" cy="1143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6096305" y="0"/>
            <a:ext cx="6096305" cy="1143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904695" y="381305"/>
            <a:ext cx="1876349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3"/>
          <p:cNvSpPr/>
          <p:nvPr/>
        </p:nvSpPr>
        <p:spPr>
          <a:xfrm>
            <a:off x="1904695" y="381305"/>
            <a:ext cx="1877263" cy="267005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6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Esercitazione Pratica</a:t>
            </a:r>
            <a:endParaRPr lang="en-US" sz="1000" dirty="0"/>
          </a:p>
        </p:txBody>
      </p:sp>
      <p:sp>
        <p:nvSpPr>
          <p:cNvPr id="10" name="Text 4"/>
          <p:cNvSpPr txBox="1"/>
          <p:nvPr/>
        </p:nvSpPr>
        <p:spPr>
          <a:xfrm>
            <a:off x="1904695" y="685800"/>
            <a:ext cx="59125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Analisi &amp; Presentazione </a:t>
            </a:r>
            <a:r>
              <a:rPr lang="en-US" sz="2700" b="1" kern="0" spc="-67" dirty="0">
                <a:solidFill>
                  <a:srgbClr val="2173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Dati</a:t>
            </a:r>
            <a:endParaRPr lang="en-US" sz="2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 t="-25" b="-25"/>
          <a:stretch/>
        </p:blipFill>
        <p:spPr>
          <a:xfrm>
            <a:off x="9772193" y="523951"/>
            <a:ext cx="1809598" cy="590702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72446" y="724205"/>
            <a:ext cx="190195" cy="19019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0276942" y="800100"/>
            <a:ext cx="1326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25-30 Minuti</a:t>
            </a:r>
            <a:endParaRPr lang="en-US" sz="15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67105" y="442570"/>
            <a:ext cx="609905" cy="609905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rcRect l="-1118" r="-1118"/>
          <a:stretch/>
        </p:blipFill>
        <p:spPr>
          <a:xfrm>
            <a:off x="1261872" y="604418"/>
            <a:ext cx="219456" cy="286207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10276942" y="647395"/>
            <a:ext cx="1191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 Stimato</a:t>
            </a:r>
            <a:endParaRPr lang="en-US" sz="9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09905" y="442570"/>
            <a:ext cx="609905" cy="609905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2"/>
          <a:srcRect l="-1118" r="-1118"/>
          <a:stretch/>
        </p:blipFill>
        <p:spPr>
          <a:xfrm>
            <a:off x="804672" y="604418"/>
            <a:ext cx="219456" cy="286207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rcRect t="-7" b="-7"/>
          <a:stretch/>
        </p:blipFill>
        <p:spPr>
          <a:xfrm>
            <a:off x="609905" y="1266444"/>
            <a:ext cx="5333695" cy="5134356"/>
          </a:xfrm>
          <a:prstGeom prst="rect">
            <a:avLst/>
          </a:prstGeom>
        </p:spPr>
      </p:pic>
      <p:sp>
        <p:nvSpPr>
          <p:cNvPr id="20" name="Shape 7"/>
          <p:cNvSpPr/>
          <p:nvPr/>
        </p:nvSpPr>
        <p:spPr>
          <a:xfrm>
            <a:off x="619049" y="1276502"/>
            <a:ext cx="5315407" cy="771754"/>
          </a:xfrm>
          <a:prstGeom prst="roundRect">
            <a:avLst>
              <a:gd name="adj" fmla="val 2340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8"/>
          <p:cNvSpPr/>
          <p:nvPr/>
        </p:nvSpPr>
        <p:spPr>
          <a:xfrm>
            <a:off x="619049" y="2039112"/>
            <a:ext cx="5315407" cy="9144"/>
          </a:xfrm>
          <a:prstGeom prst="roundRect">
            <a:avLst>
              <a:gd name="adj" fmla="val 197530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9"/>
          <p:cNvSpPr txBox="1"/>
          <p:nvPr/>
        </p:nvSpPr>
        <p:spPr>
          <a:xfrm>
            <a:off x="1114654" y="1429207"/>
            <a:ext cx="14474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Parte 1: Excel </a:t>
            </a:r>
            <a:endParaRPr lang="en-US" sz="150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47649" y="1466698"/>
            <a:ext cx="190195" cy="190195"/>
          </a:xfrm>
          <a:prstGeom prst="rect">
            <a:avLst/>
          </a:prstGeom>
        </p:spPr>
      </p:pic>
      <p:sp>
        <p:nvSpPr>
          <p:cNvPr id="24" name="Text 10"/>
          <p:cNvSpPr txBox="1"/>
          <p:nvPr/>
        </p:nvSpPr>
        <p:spPr>
          <a:xfrm>
            <a:off x="847649" y="1733702"/>
            <a:ext cx="1802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478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Obiettivo: Analisi Dati Vendite</a:t>
            </a:r>
            <a:endParaRPr lang="en-US" sz="900" dirty="0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5"/>
          <a:srcRect l="-57" r="-57"/>
          <a:stretch/>
        </p:blipFill>
        <p:spPr>
          <a:xfrm>
            <a:off x="5505602" y="1543507"/>
            <a:ext cx="200254" cy="228600"/>
          </a:xfrm>
          <a:prstGeom prst="rect">
            <a:avLst/>
          </a:prstGeom>
        </p:spPr>
      </p:pic>
      <p:sp>
        <p:nvSpPr>
          <p:cNvPr id="26" name="Shape 11"/>
          <p:cNvSpPr/>
          <p:nvPr/>
        </p:nvSpPr>
        <p:spPr>
          <a:xfrm>
            <a:off x="694944" y="2848356"/>
            <a:ext cx="51627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2"/>
          <p:cNvSpPr/>
          <p:nvPr/>
        </p:nvSpPr>
        <p:spPr>
          <a:xfrm>
            <a:off x="828446" y="2219249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13"/>
          <p:cNvSpPr/>
          <p:nvPr/>
        </p:nvSpPr>
        <p:spPr>
          <a:xfrm>
            <a:off x="828446" y="2219249"/>
            <a:ext cx="267005" cy="267005"/>
          </a:xfrm>
          <a:prstGeom prst="rect">
            <a:avLst/>
          </a:prstGeom>
          <a:solidFill>
            <a:srgbClr val="DCFCE7"/>
          </a:solidFill>
          <a:ln w="25400">
            <a:solidFill>
              <a:srgbClr val="86EFA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14"/>
          <p:cNvSpPr txBox="1"/>
          <p:nvPr/>
        </p:nvSpPr>
        <p:spPr>
          <a:xfrm>
            <a:off x="1209751" y="2219249"/>
            <a:ext cx="4629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Struttura Dati</a:t>
            </a:r>
            <a:endParaRPr lang="en-US" sz="1000" dirty="0"/>
          </a:p>
        </p:txBody>
      </p:sp>
      <p:sp>
        <p:nvSpPr>
          <p:cNvPr id="30" name="Text 15"/>
          <p:cNvSpPr txBox="1"/>
          <p:nvPr/>
        </p:nvSpPr>
        <p:spPr>
          <a:xfrm>
            <a:off x="1209751" y="2447849"/>
            <a:ext cx="4591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 un nuovo foglio "Vendite 2025". Inserisci i 12 mesi nella Colonna A e valori monetari casuali nella Colonna B.</a:t>
            </a:r>
            <a:endParaRPr lang="en-US" sz="900" dirty="0"/>
          </a:p>
        </p:txBody>
      </p:sp>
      <p:sp>
        <p:nvSpPr>
          <p:cNvPr id="31" name="Shape 16"/>
          <p:cNvSpPr/>
          <p:nvPr/>
        </p:nvSpPr>
        <p:spPr>
          <a:xfrm>
            <a:off x="694944" y="3600907"/>
            <a:ext cx="51627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17"/>
          <p:cNvSpPr/>
          <p:nvPr/>
        </p:nvSpPr>
        <p:spPr>
          <a:xfrm>
            <a:off x="828446" y="2952598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18"/>
          <p:cNvSpPr/>
          <p:nvPr/>
        </p:nvSpPr>
        <p:spPr>
          <a:xfrm>
            <a:off x="828446" y="2952598"/>
            <a:ext cx="267005" cy="267005"/>
          </a:xfrm>
          <a:prstGeom prst="rect">
            <a:avLst/>
          </a:prstGeom>
          <a:solidFill>
            <a:srgbClr val="DCFCE7"/>
          </a:solidFill>
          <a:ln w="25400">
            <a:solidFill>
              <a:srgbClr val="86EFA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19"/>
          <p:cNvSpPr txBox="1"/>
          <p:nvPr/>
        </p:nvSpPr>
        <p:spPr>
          <a:xfrm>
            <a:off x="1209751" y="2952598"/>
            <a:ext cx="4629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Formule Base</a:t>
            </a:r>
            <a:endParaRPr lang="en-US" sz="1000" dirty="0"/>
          </a:p>
        </p:txBody>
      </p:sp>
      <p:sp>
        <p:nvSpPr>
          <p:cNvPr id="35" name="Text 20"/>
          <p:cNvSpPr txBox="1"/>
          <p:nvPr/>
        </p:nvSpPr>
        <p:spPr>
          <a:xfrm>
            <a:off x="1209751" y="3181198"/>
            <a:ext cx="45912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fondo alla tabella, calcola il </a:t>
            </a: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Totale Annua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usando </a:t>
            </a: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=SOMMA()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la </a:t>
            </a: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 Mensile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</a:t>
            </a: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=MEDIA()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694944" y="4334256"/>
            <a:ext cx="51627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2"/>
          <p:cNvSpPr/>
          <p:nvPr/>
        </p:nvSpPr>
        <p:spPr>
          <a:xfrm>
            <a:off x="828446" y="3705149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23"/>
          <p:cNvSpPr/>
          <p:nvPr/>
        </p:nvSpPr>
        <p:spPr>
          <a:xfrm>
            <a:off x="828446" y="3705149"/>
            <a:ext cx="267005" cy="267005"/>
          </a:xfrm>
          <a:prstGeom prst="rect">
            <a:avLst/>
          </a:prstGeom>
          <a:solidFill>
            <a:srgbClr val="DCFCE7"/>
          </a:solidFill>
          <a:ln w="25400">
            <a:solidFill>
              <a:srgbClr val="86EFA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24"/>
          <p:cNvSpPr txBox="1"/>
          <p:nvPr/>
        </p:nvSpPr>
        <p:spPr>
          <a:xfrm>
            <a:off x="1209751" y="3705149"/>
            <a:ext cx="4629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Visualizzazione</a:t>
            </a:r>
            <a:endParaRPr lang="en-US" sz="1000" dirty="0"/>
          </a:p>
        </p:txBody>
      </p:sp>
      <p:sp>
        <p:nvSpPr>
          <p:cNvPr id="40" name="Text 25"/>
          <p:cNvSpPr txBox="1"/>
          <p:nvPr/>
        </p:nvSpPr>
        <p:spPr>
          <a:xfrm>
            <a:off x="1209751" y="3933749"/>
            <a:ext cx="4591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Seleziona i dati e inserisci un </a:t>
            </a: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Grafico a Colonne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Personalizza titolo e rimuovi la legenda se non necessaria.</a:t>
            </a:r>
            <a:endParaRPr lang="en-US" sz="900" dirty="0"/>
          </a:p>
        </p:txBody>
      </p:sp>
      <p:sp>
        <p:nvSpPr>
          <p:cNvPr id="41" name="Shape 26"/>
          <p:cNvSpPr/>
          <p:nvPr/>
        </p:nvSpPr>
        <p:spPr>
          <a:xfrm>
            <a:off x="771754" y="4381805"/>
            <a:ext cx="5009998" cy="724205"/>
          </a:xfrm>
          <a:prstGeom prst="roundRect">
            <a:avLst>
              <a:gd name="adj" fmla="val 1329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27"/>
          <p:cNvSpPr/>
          <p:nvPr/>
        </p:nvSpPr>
        <p:spPr>
          <a:xfrm>
            <a:off x="905256" y="4476902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28"/>
          <p:cNvSpPr/>
          <p:nvPr/>
        </p:nvSpPr>
        <p:spPr>
          <a:xfrm>
            <a:off x="905256" y="4476902"/>
            <a:ext cx="267005" cy="267005"/>
          </a:xfrm>
          <a:prstGeom prst="rect">
            <a:avLst/>
          </a:prstGeom>
          <a:solidFill>
            <a:srgbClr val="05966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1285646" y="4476902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4E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Analisi Rapida</a:t>
            </a:r>
            <a:endParaRPr lang="en-US" sz="1000" dirty="0"/>
          </a:p>
        </p:txBody>
      </p:sp>
      <p:sp>
        <p:nvSpPr>
          <p:cNvPr id="45" name="Text 30"/>
          <p:cNvSpPr txBox="1"/>
          <p:nvPr/>
        </p:nvSpPr>
        <p:spPr>
          <a:xfrm>
            <a:off x="1285646" y="4705502"/>
            <a:ext cx="44394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Seleziona i valori dei mesi e usa la </a:t>
            </a:r>
            <a:r>
              <a:rPr lang="en-US" sz="9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Formattazione Condizionale</a:t>
            </a:r>
            <a:r>
              <a:rPr lang="en-US" sz="900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(Regole primi/ultimi) per evidenziare i </a:t>
            </a:r>
            <a:r>
              <a:rPr lang="en-US" sz="9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Primi 3 elementi</a:t>
            </a:r>
            <a:r>
              <a:rPr lang="en-US" sz="900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(Top 3 mesi).</a:t>
            </a:r>
            <a:endParaRPr lang="en-US" sz="9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6"/>
          <a:srcRect t="-7" b="-7"/>
          <a:stretch/>
        </p:blipFill>
        <p:spPr>
          <a:xfrm>
            <a:off x="6248095" y="1266444"/>
            <a:ext cx="5333695" cy="5134356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6258154" y="2039112"/>
            <a:ext cx="5315407" cy="9144"/>
          </a:xfrm>
          <a:prstGeom prst="roundRect">
            <a:avLst>
              <a:gd name="adj" fmla="val 1975309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32"/>
          <p:cNvSpPr txBox="1"/>
          <p:nvPr/>
        </p:nvSpPr>
        <p:spPr>
          <a:xfrm>
            <a:off x="6562649" y="1429207"/>
            <a:ext cx="206654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Parte 2: PowerPoint </a:t>
            </a:r>
            <a:endParaRPr lang="en-US" sz="1500" dirty="0"/>
          </a:p>
        </p:txBody>
      </p:sp>
      <p:sp>
        <p:nvSpPr>
          <p:cNvPr id="49" name="Text 33"/>
          <p:cNvSpPr txBox="1"/>
          <p:nvPr/>
        </p:nvSpPr>
        <p:spPr>
          <a:xfrm>
            <a:off x="6486754" y="1733702"/>
            <a:ext cx="214243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Obiettivo: Presentazione Risultati</a:t>
            </a:r>
            <a:endParaRPr lang="en-US" sz="9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1115446" y="1543507"/>
            <a:ext cx="228600" cy="228600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6334049" y="2848356"/>
            <a:ext cx="51627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35"/>
          <p:cNvSpPr/>
          <p:nvPr/>
        </p:nvSpPr>
        <p:spPr>
          <a:xfrm>
            <a:off x="6467551" y="2219249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36"/>
          <p:cNvSpPr/>
          <p:nvPr/>
        </p:nvSpPr>
        <p:spPr>
          <a:xfrm>
            <a:off x="6467551" y="2219249"/>
            <a:ext cx="267005" cy="267005"/>
          </a:xfrm>
          <a:prstGeom prst="rect">
            <a:avLst/>
          </a:prstGeom>
          <a:solidFill>
            <a:srgbClr val="FFEDD5"/>
          </a:solidFill>
          <a:ln w="25400">
            <a:solidFill>
              <a:srgbClr val="FDBA7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34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Text 37"/>
          <p:cNvSpPr txBox="1"/>
          <p:nvPr/>
        </p:nvSpPr>
        <p:spPr>
          <a:xfrm>
            <a:off x="6848856" y="2219249"/>
            <a:ext cx="4629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Setup Presentazione</a:t>
            </a:r>
            <a:endParaRPr lang="en-US" sz="1000" dirty="0"/>
          </a:p>
        </p:txBody>
      </p:sp>
      <p:sp>
        <p:nvSpPr>
          <p:cNvPr id="55" name="Text 38"/>
          <p:cNvSpPr txBox="1"/>
          <p:nvPr/>
        </p:nvSpPr>
        <p:spPr>
          <a:xfrm>
            <a:off x="6848856" y="2447849"/>
            <a:ext cx="4591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 una nuova presentazione con un </a:t>
            </a: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Tema Aziendale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professionale. Prepara 5 slide vuote.</a:t>
            </a:r>
            <a:endParaRPr lang="en-US" sz="900" dirty="0"/>
          </a:p>
        </p:txBody>
      </p:sp>
      <p:sp>
        <p:nvSpPr>
          <p:cNvPr id="56" name="Shape 39"/>
          <p:cNvSpPr/>
          <p:nvPr/>
        </p:nvSpPr>
        <p:spPr>
          <a:xfrm>
            <a:off x="6334049" y="3581705"/>
            <a:ext cx="51627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Shape 40"/>
          <p:cNvSpPr/>
          <p:nvPr/>
        </p:nvSpPr>
        <p:spPr>
          <a:xfrm>
            <a:off x="6467551" y="2952598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58" name="Text 41"/>
          <p:cNvSpPr/>
          <p:nvPr/>
        </p:nvSpPr>
        <p:spPr>
          <a:xfrm>
            <a:off x="6467551" y="2952598"/>
            <a:ext cx="267005" cy="267005"/>
          </a:xfrm>
          <a:prstGeom prst="rect">
            <a:avLst/>
          </a:prstGeom>
          <a:solidFill>
            <a:srgbClr val="FFEDD5"/>
          </a:solidFill>
          <a:ln w="25400">
            <a:solidFill>
              <a:srgbClr val="FDBA7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34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42"/>
          <p:cNvSpPr txBox="1"/>
          <p:nvPr/>
        </p:nvSpPr>
        <p:spPr>
          <a:xfrm>
            <a:off x="6848856" y="2952598"/>
            <a:ext cx="4629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Integrazione Contenuti</a:t>
            </a:r>
            <a:endParaRPr lang="en-US" sz="1000" dirty="0"/>
          </a:p>
        </p:txBody>
      </p:sp>
      <p:sp>
        <p:nvSpPr>
          <p:cNvPr id="60" name="Text 43"/>
          <p:cNvSpPr txBox="1"/>
          <p:nvPr/>
        </p:nvSpPr>
        <p:spPr>
          <a:xfrm>
            <a:off x="6848856" y="3181198"/>
            <a:ext cx="4591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Struttura: Titolo, Obiettivi, Risultati, Conclusioni. Nella slide Risultati, </a:t>
            </a: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copia e incolla il grafico Excel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mantenendo il collegamento dati.</a:t>
            </a:r>
            <a:endParaRPr lang="en-US" sz="900" dirty="0"/>
          </a:p>
        </p:txBody>
      </p:sp>
      <p:sp>
        <p:nvSpPr>
          <p:cNvPr id="61" name="Shape 44"/>
          <p:cNvSpPr/>
          <p:nvPr/>
        </p:nvSpPr>
        <p:spPr>
          <a:xfrm>
            <a:off x="6334049" y="4315054"/>
            <a:ext cx="51627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Shape 45"/>
          <p:cNvSpPr/>
          <p:nvPr/>
        </p:nvSpPr>
        <p:spPr>
          <a:xfrm>
            <a:off x="6467551" y="3685946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63" name="Text 46"/>
          <p:cNvSpPr/>
          <p:nvPr/>
        </p:nvSpPr>
        <p:spPr>
          <a:xfrm>
            <a:off x="6467551" y="3685946"/>
            <a:ext cx="267005" cy="267005"/>
          </a:xfrm>
          <a:prstGeom prst="rect">
            <a:avLst/>
          </a:prstGeom>
          <a:solidFill>
            <a:srgbClr val="FFEDD5"/>
          </a:solidFill>
          <a:ln w="25400">
            <a:solidFill>
              <a:srgbClr val="FDBA7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34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900" dirty="0"/>
          </a:p>
        </p:txBody>
      </p:sp>
      <p:sp>
        <p:nvSpPr>
          <p:cNvPr id="64" name="Text 47"/>
          <p:cNvSpPr txBox="1"/>
          <p:nvPr/>
        </p:nvSpPr>
        <p:spPr>
          <a:xfrm>
            <a:off x="6848856" y="3685946"/>
            <a:ext cx="4629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Dinamicità</a:t>
            </a:r>
            <a:endParaRPr lang="en-US" sz="1000" dirty="0"/>
          </a:p>
        </p:txBody>
      </p:sp>
      <p:sp>
        <p:nvSpPr>
          <p:cNvPr id="65" name="Text 48"/>
          <p:cNvSpPr txBox="1"/>
          <p:nvPr/>
        </p:nvSpPr>
        <p:spPr>
          <a:xfrm>
            <a:off x="6848856" y="3914546"/>
            <a:ext cx="4591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 una </a:t>
            </a: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Transizione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(es. Sfumatura) a tutte le slide. Aggiungi brevi </a:t>
            </a: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 del Relatore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sotto ogni slide per il discorso.</a:t>
            </a:r>
            <a:endParaRPr lang="en-US" sz="900" dirty="0"/>
          </a:p>
        </p:txBody>
      </p:sp>
      <p:sp>
        <p:nvSpPr>
          <p:cNvPr id="66" name="Text 49"/>
          <p:cNvSpPr/>
          <p:nvPr/>
        </p:nvSpPr>
        <p:spPr>
          <a:xfrm>
            <a:off x="6515100" y="4457700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900" dirty="0"/>
          </a:p>
        </p:txBody>
      </p:sp>
      <p:sp>
        <p:nvSpPr>
          <p:cNvPr id="67" name="Text 50"/>
          <p:cNvSpPr txBox="1"/>
          <p:nvPr/>
        </p:nvSpPr>
        <p:spPr>
          <a:xfrm>
            <a:off x="6924751" y="4457700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Prova Finale</a:t>
            </a:r>
            <a:endParaRPr lang="en-US" sz="1000" dirty="0"/>
          </a:p>
        </p:txBody>
      </p:sp>
      <p:sp>
        <p:nvSpPr>
          <p:cNvPr id="68" name="Text 51"/>
          <p:cNvSpPr txBox="1"/>
          <p:nvPr/>
        </p:nvSpPr>
        <p:spPr>
          <a:xfrm>
            <a:off x="6924751" y="4686300"/>
            <a:ext cx="44394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Avvia la presentazione in </a:t>
            </a:r>
            <a:r>
              <a:rPr lang="en-US" sz="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Modalità Presentatore</a:t>
            </a: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(Alt+F5) per visualizzare le note e il timer mentre presenti.</a:t>
            </a:r>
            <a:endParaRPr lang="en-US" sz="900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8"/>
          <a:srcRect t="-80" b="-80"/>
          <a:stretch/>
        </p:blipFill>
        <p:spPr>
          <a:xfrm>
            <a:off x="609905" y="6572707"/>
            <a:ext cx="142646" cy="114300"/>
          </a:xfrm>
          <a:prstGeom prst="rect">
            <a:avLst/>
          </a:prstGeom>
        </p:spPr>
      </p:pic>
      <p:sp>
        <p:nvSpPr>
          <p:cNvPr id="70" name="Text 52"/>
          <p:cNvSpPr txBox="1"/>
          <p:nvPr/>
        </p:nvSpPr>
        <p:spPr>
          <a:xfrm>
            <a:off x="828446" y="6553505"/>
            <a:ext cx="5658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L'integrazione tra Excel e PowerPoint permette di aggiornare i dati nel report senza rifare il grafico.</a:t>
            </a:r>
            <a:endParaRPr lang="en-US" sz="900" dirty="0"/>
          </a:p>
        </p:txBody>
      </p:sp>
      <p:sp>
        <p:nvSpPr>
          <p:cNvPr id="71" name="Text 53"/>
          <p:cNvSpPr txBox="1"/>
          <p:nvPr/>
        </p:nvSpPr>
        <p:spPr>
          <a:xfrm>
            <a:off x="10410444" y="6553505"/>
            <a:ext cx="14063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Esercitazione Pratica 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4762195" cy="4762195"/>
          </a:xfrm>
          <a:prstGeom prst="ellipse">
            <a:avLst/>
          </a:prstGeom>
          <a:solidFill>
            <a:srgbClr val="E3F2FD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-952805" y="3524098"/>
            <a:ext cx="4286707" cy="4286707"/>
          </a:xfrm>
          <a:prstGeom prst="ellipse">
            <a:avLst/>
          </a:prstGeom>
          <a:solidFill>
            <a:srgbClr val="E8F5E9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19049" y="1690726"/>
            <a:ext cx="34957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19049" y="1690726"/>
            <a:ext cx="3495751" cy="47549"/>
          </a:xfrm>
          <a:prstGeom prst="roundRect">
            <a:avLst>
              <a:gd name="adj" fmla="val 104895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47649" y="196687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004" r="-1004"/>
          <a:stretch/>
        </p:blipFill>
        <p:spPr>
          <a:xfrm>
            <a:off x="942746" y="2090318"/>
            <a:ext cx="267005" cy="20939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7649" y="2566721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condivisi con link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7649" y="2933395"/>
            <a:ext cx="311536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Condividi documenti tramite link sicuri invece di allegati, eliminando duplicati, versioni obsolete e confusione nelle email.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9801" y="1690726"/>
            <a:ext cx="34957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349801" y="1690726"/>
            <a:ext cx="3495751" cy="47549"/>
          </a:xfrm>
          <a:prstGeom prst="roundRect">
            <a:avLst>
              <a:gd name="adj" fmla="val 104895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578401" y="196687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DF3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1845" y="2090318"/>
            <a:ext cx="209398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8401" y="2566721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Modifiche simultanee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8401" y="2933395"/>
            <a:ext cx="311536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Più persone lavorano insieme sullo stesso documento in tempo reale (co-authoring), senza blocchi o conflitti di salvataggio.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80553" y="1690726"/>
            <a:ext cx="34957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8080553" y="1690726"/>
            <a:ext cx="3495751" cy="47549"/>
          </a:xfrm>
          <a:prstGeom prst="roundRect">
            <a:avLst>
              <a:gd name="adj" fmla="val 104895"/>
            </a:avLst>
          </a:prstGeom>
          <a:solidFill>
            <a:srgbClr val="038387"/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8309153" y="1966874"/>
            <a:ext cx="457200" cy="286207"/>
          </a:xfrm>
          <a:prstGeom prst="roundRect">
            <a:avLst>
              <a:gd name="adj" fmla="val 106496"/>
            </a:avLst>
          </a:prstGeom>
          <a:solidFill>
            <a:srgbClr val="E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32597" y="2002536"/>
            <a:ext cx="209398" cy="20939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09153" y="2391156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Versioni automatiche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309153" y="2757830"/>
            <a:ext cx="311536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completa delle modifiche con possibilità di confrontare, recuperare o ripristinare versioni precedenti in ogni momento.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488082" y="4024274"/>
            <a:ext cx="34957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2488082" y="4024274"/>
            <a:ext cx="3495751" cy="47549"/>
          </a:xfrm>
          <a:prstGeom prst="roundRect">
            <a:avLst>
              <a:gd name="adj" fmla="val 104895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2716682" y="430042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E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40126" y="4424782"/>
            <a:ext cx="209398" cy="20939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716682" y="4900270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Commenti @mention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2716682" y="5266944"/>
            <a:ext cx="311536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Tagga colleghi nei commenti per assegnare task o chiedere feedback; notifiche via email portano direttamente al punto esatto del documento.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215177" y="4024274"/>
            <a:ext cx="34957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6215177" y="4024274"/>
            <a:ext cx="3495751" cy="47549"/>
          </a:xfrm>
          <a:prstGeom prst="roundRect">
            <a:avLst>
              <a:gd name="adj" fmla="val 104895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6"/>
          <p:cNvSpPr/>
          <p:nvPr/>
        </p:nvSpPr>
        <p:spPr>
          <a:xfrm>
            <a:off x="6443777" y="430042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67221" y="4424782"/>
            <a:ext cx="209398" cy="20939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443777" y="4900270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Collaborazione cross-app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6443777" y="5266944"/>
            <a:ext cx="311536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fluida tra Teams, SharePoint e app Office: apri, modifica e salva documenti senza mai cambiare contesto di lavoro.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Text 30"/>
          <p:cNvSpPr txBox="1"/>
          <p:nvPr/>
        </p:nvSpPr>
        <p:spPr>
          <a:xfrm>
            <a:off x="571500" y="135331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90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Moderna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571500" y="369418"/>
            <a:ext cx="714786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Collaborazione in Microsoft 365</a:t>
            </a:r>
            <a:endParaRPr lang="en-US" sz="28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1259007" y="381305"/>
            <a:ext cx="362102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864" b="-4864"/>
          <a:stretch/>
        </p:blipFill>
        <p:spPr>
          <a:xfrm>
            <a:off x="476402" y="3438144"/>
            <a:ext cx="3353105" cy="294345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864" b="-4864"/>
          <a:stretch/>
        </p:blipFill>
        <p:spPr>
          <a:xfrm>
            <a:off x="7886700" y="476402"/>
            <a:ext cx="3353105" cy="29434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3234" y="2034540"/>
            <a:ext cx="982888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Cosa significa lavorare nel cloud?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5429707" y="1417320"/>
            <a:ext cx="1333195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5401361" y="1417320"/>
            <a:ext cx="139080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1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5620817" y="1535278"/>
            <a:ext cx="209398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2270455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 txBox="1"/>
          <p:nvPr/>
        </p:nvSpPr>
        <p:spPr>
          <a:xfrm>
            <a:off x="2241194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028700" y="4030675"/>
            <a:ext cx="2962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salvati e accessibili solo sul PC locale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444898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5857646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3"/>
          <p:cNvSpPr txBox="1"/>
          <p:nvPr/>
        </p:nvSpPr>
        <p:spPr>
          <a:xfrm>
            <a:off x="5829300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616806" y="4030675"/>
            <a:ext cx="2962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eliminati automaticamente dopo 24 ore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8065009" y="3052268"/>
            <a:ext cx="3305556" cy="240212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32674" y="4019702"/>
            <a:ext cx="31053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accessibili ovunque da qualsiasi dispositivo</a:t>
            </a:r>
            <a:endParaRPr lang="en-US" sz="140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86924054-8AB8-764C-3748-5EE6286545E8}"/>
              </a:ext>
            </a:extLst>
          </p:cNvPr>
          <p:cNvSpPr/>
          <p:nvPr/>
        </p:nvSpPr>
        <p:spPr>
          <a:xfrm>
            <a:off x="9445142" y="3384195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934CBF75-A666-1B57-9880-1D934787D808}"/>
              </a:ext>
            </a:extLst>
          </p:cNvPr>
          <p:cNvSpPr txBox="1"/>
          <p:nvPr/>
        </p:nvSpPr>
        <p:spPr>
          <a:xfrm>
            <a:off x="9416796" y="3384195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524AFF00-8F2B-9D5F-D11E-C2DBC0DAFFDC}"/>
              </a:ext>
            </a:extLst>
          </p:cNvPr>
          <p:cNvSpPr/>
          <p:nvPr/>
        </p:nvSpPr>
        <p:spPr>
          <a:xfrm>
            <a:off x="8057692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286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028700"/>
            <a:ext cx="49725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24205" y="1181405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856" b="-856"/>
          <a:stretch/>
        </p:blipFill>
        <p:spPr>
          <a:xfrm>
            <a:off x="847649" y="1281074"/>
            <a:ext cx="133502" cy="1810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57300" y="1181405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Diversità Organizzativa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257300" y="1447495"/>
            <a:ext cx="4210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Scuole, PMI, enti pubblici e grandi aziende hanno esigenze radicalmente diverse in termini di strumenti e budget.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1500" y="2132381"/>
            <a:ext cx="49725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24205" y="2284171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3874" y="2384755"/>
            <a:ext cx="181051" cy="1810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57300" y="2284171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Scalabilità e Complessità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257300" y="2551176"/>
            <a:ext cx="4210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 semplici app web a complesse gestioni di dispositivi, identità ibride e sicurezza zero-trust per migliaia di utenti.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71500" y="3235147"/>
            <a:ext cx="49725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24205" y="3387852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505" r="-505"/>
          <a:stretch/>
        </p:blipFill>
        <p:spPr>
          <a:xfrm>
            <a:off x="800100" y="3487522"/>
            <a:ext cx="228600" cy="1810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57300" y="3387852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Modelli di Lavoro Differenti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3654857"/>
            <a:ext cx="4210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Dallo smart working agile per startup che usano solo cloud, al controllo centralizzato e governance rigorosa per le enterprise.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71500" y="4338828"/>
            <a:ext cx="49725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24205" y="4491533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3874" y="4591202"/>
            <a:ext cx="181051" cy="1810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57300" y="4491533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 Variabile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257300" y="4757623"/>
            <a:ext cx="4210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Diversi livelli di compliance normativa (GDPR, ISO, Audit Log) richiedono strumenti di protezione specifici (Defender, Purview).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71500" y="5442509"/>
            <a:ext cx="49725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724205" y="5594299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3874" y="5694883"/>
            <a:ext cx="181051" cy="18105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57300" y="5594299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Ottimizzazione Costi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5861304"/>
            <a:ext cx="4210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Pagare solo per le funzionalità necessarie (es. solo Email o Suite completa) evita sprechi e semplifica la gestione IT.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639105" y="742493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4"/>
          <p:cNvSpPr/>
          <p:nvPr/>
        </p:nvSpPr>
        <p:spPr>
          <a:xfrm>
            <a:off x="9239098" y="416417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5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26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7"/>
          <p:cNvSpPr txBox="1"/>
          <p:nvPr/>
        </p:nvSpPr>
        <p:spPr>
          <a:xfrm>
            <a:off x="571500" y="0"/>
            <a:ext cx="5020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Strategia di Licenza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71500" y="228600"/>
            <a:ext cx="63559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Perché esistono diversi piani</a:t>
            </a:r>
            <a:endParaRPr lang="en-US" sz="2700" dirty="0"/>
          </a:p>
        </p:txBody>
      </p:sp>
      <p:sp>
        <p:nvSpPr>
          <p:cNvPr id="36" name="Shape 29"/>
          <p:cNvSpPr/>
          <p:nvPr/>
        </p:nvSpPr>
        <p:spPr>
          <a:xfrm>
            <a:off x="9834372" y="123444"/>
            <a:ext cx="179039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10034626" y="228600"/>
            <a:ext cx="171907" cy="15270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320833" y="123444"/>
            <a:ext cx="11622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Flessibilità M365</a:t>
            </a:r>
            <a:endParaRPr lang="en-US" sz="10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24398" y="1591970"/>
            <a:ext cx="5695798" cy="4390949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6029554" y="1696212"/>
            <a:ext cx="5486400" cy="286207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6172200" y="1791310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32"/>
          <p:cNvSpPr/>
          <p:nvPr/>
        </p:nvSpPr>
        <p:spPr>
          <a:xfrm>
            <a:off x="6324905" y="1791310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3"/>
          <p:cNvSpPr/>
          <p:nvPr/>
        </p:nvSpPr>
        <p:spPr>
          <a:xfrm>
            <a:off x="6476695" y="1791310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4"/>
          <p:cNvSpPr/>
          <p:nvPr/>
        </p:nvSpPr>
        <p:spPr>
          <a:xfrm>
            <a:off x="6724498" y="1725473"/>
            <a:ext cx="3467405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35"/>
          <p:cNvSpPr txBox="1"/>
          <p:nvPr/>
        </p:nvSpPr>
        <p:spPr>
          <a:xfrm>
            <a:off x="7048195" y="1725473"/>
            <a:ext cx="32196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Confronto Piani: Business vs Enterprise </a:t>
            </a:r>
            <a:endParaRPr lang="en-US" sz="9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l="-1911" r="-1911"/>
          <a:stretch/>
        </p:blipFill>
        <p:spPr>
          <a:xfrm>
            <a:off x="6838798" y="1782166"/>
            <a:ext cx="133502" cy="114300"/>
          </a:xfrm>
          <a:prstGeom prst="rect">
            <a:avLst/>
          </a:prstGeom>
        </p:spPr>
      </p:pic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rcRect l="-3" r="-3"/>
          <a:stretch/>
        </p:blipFill>
        <p:spPr>
          <a:xfrm>
            <a:off x="6124651" y="2125066"/>
            <a:ext cx="5296205" cy="342900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6200546" y="5725973"/>
            <a:ext cx="5143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Confronto visuale tra le tre tipologie principali di piani Microsoft 365.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A6F67-4756-D456-0649-1DADA21DA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82C792-3277-8F65-87BF-A3881197FFD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1FB750-9080-2F03-F42A-AA5E13CFEEE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B11CD56-E7E1-4086-464D-B96038531AEE}"/>
              </a:ext>
            </a:extLst>
          </p:cNvPr>
          <p:cNvSpPr/>
          <p:nvPr/>
        </p:nvSpPr>
        <p:spPr>
          <a:xfrm>
            <a:off x="0" y="647395"/>
            <a:ext cx="12191695" cy="6286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41A2F09D-E049-710A-D76A-EAA0ACA17BB0}"/>
              </a:ext>
            </a:extLst>
          </p:cNvPr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C1097C07-4685-FD79-BFA8-80D5064D971D}"/>
              </a:ext>
            </a:extLst>
          </p:cNvPr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5C1FF8E9-DB3A-D39F-DE31-A9D9F56FC41D}"/>
              </a:ext>
            </a:extLst>
          </p:cNvPr>
          <p:cNvSpPr txBox="1"/>
          <p:nvPr/>
        </p:nvSpPr>
        <p:spPr>
          <a:xfrm>
            <a:off x="571500" y="0"/>
            <a:ext cx="5020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Strategia di Licenza</a:t>
            </a:r>
            <a:endParaRPr lang="en-US" sz="100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88A73B49-68F3-77CE-84A1-AE5F67FC8EC0}"/>
              </a:ext>
            </a:extLst>
          </p:cNvPr>
          <p:cNvSpPr txBox="1"/>
          <p:nvPr/>
        </p:nvSpPr>
        <p:spPr>
          <a:xfrm>
            <a:off x="571500" y="228600"/>
            <a:ext cx="63559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Perché esistono diversi piani</a:t>
            </a:r>
            <a:endParaRPr lang="en-US" sz="2700" dirty="0"/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AAE23B92-0202-A7DE-303C-D1A004597005}"/>
              </a:ext>
            </a:extLst>
          </p:cNvPr>
          <p:cNvSpPr/>
          <p:nvPr/>
        </p:nvSpPr>
        <p:spPr>
          <a:xfrm>
            <a:off x="9834372" y="123444"/>
            <a:ext cx="179039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5" descr="preencoded.png">
            <a:extLst>
              <a:ext uri="{FF2B5EF4-FFF2-40B4-BE49-F238E27FC236}">
                <a16:creationId xmlns:a16="http://schemas.microsoft.com/office/drawing/2014/main" id="{9B2A7ED9-C69B-C121-32D9-9997DFE726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10034626" y="228600"/>
            <a:ext cx="171907" cy="152705"/>
          </a:xfrm>
          <a:prstGeom prst="rect">
            <a:avLst/>
          </a:prstGeom>
        </p:spPr>
      </p:pic>
      <p:sp>
        <p:nvSpPr>
          <p:cNvPr id="38" name="Text 30">
            <a:extLst>
              <a:ext uri="{FF2B5EF4-FFF2-40B4-BE49-F238E27FC236}">
                <a16:creationId xmlns:a16="http://schemas.microsoft.com/office/drawing/2014/main" id="{FD4AD27E-6866-CD06-E797-9C7CB151E3BE}"/>
              </a:ext>
            </a:extLst>
          </p:cNvPr>
          <p:cNvSpPr txBox="1"/>
          <p:nvPr/>
        </p:nvSpPr>
        <p:spPr>
          <a:xfrm>
            <a:off x="10320833" y="123444"/>
            <a:ext cx="11622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Flessibilità M365</a:t>
            </a:r>
            <a:endParaRPr lang="en-US" sz="1000" dirty="0"/>
          </a:p>
        </p:txBody>
      </p:sp>
      <p:pic>
        <p:nvPicPr>
          <p:cNvPr id="49" name="Immagine 48" descr="Immagine che contiene testo, schermata, Pubblicità online, Sito Web&#10;&#10;Il contenuto generato dall'IA potrebbe non essere corretto.">
            <a:extLst>
              <a:ext uri="{FF2B5EF4-FFF2-40B4-BE49-F238E27FC236}">
                <a16:creationId xmlns:a16="http://schemas.microsoft.com/office/drawing/2014/main" id="{85A2A84A-B566-3251-36F1-63FEFB80F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580"/>
          <a:stretch>
            <a:fillRect/>
          </a:stretch>
        </p:blipFill>
        <p:spPr>
          <a:xfrm>
            <a:off x="1188602" y="930859"/>
            <a:ext cx="9814490" cy="571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72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524305"/>
            <a:ext cx="3429000" cy="4162349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381805" y="1524305"/>
            <a:ext cx="3429000" cy="4162349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191195" y="1524305"/>
            <a:ext cx="3429000" cy="4162349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364078" y="6061558"/>
            <a:ext cx="5467198" cy="418795"/>
          </a:xfrm>
          <a:prstGeom prst="roundRect">
            <a:avLst>
              <a:gd name="adj" fmla="val 9924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4331" y="6202375"/>
            <a:ext cx="133502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762756" y="6061558"/>
            <a:ext cx="50109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Nota: Tutti i piani Business hanno un limite massimo di 300 utenti per tenant.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38551" y="1343254"/>
            <a:ext cx="1143000" cy="11430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6848856" y="1343254"/>
            <a:ext cx="1143000" cy="1143000"/>
          </a:xfrm>
          <a:prstGeom prst="ellipse">
            <a:avLst/>
          </a:prstGeom>
          <a:solidFill>
            <a:srgbClr val="FFB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10658246" y="1343254"/>
            <a:ext cx="1143000" cy="1143000"/>
          </a:xfrm>
          <a:prstGeom prst="ellipse">
            <a:avLst/>
          </a:prstGeom>
          <a:solidFill>
            <a:srgbClr val="5C2D9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1904695" y="1819656"/>
            <a:ext cx="761695" cy="76169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24" b="-24"/>
          <a:stretch/>
        </p:blipFill>
        <p:spPr>
          <a:xfrm>
            <a:off x="2048256" y="2009851"/>
            <a:ext cx="476402" cy="3813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10158" y="2819095"/>
            <a:ext cx="2952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Basic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28446" y="3305556"/>
            <a:ext cx="2915107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Soluzione cloud-first per aziende che lavorano principalmente online e da mobile.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041501" y="4552340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Web &amp; Mobile (Word, Excel, PPT)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866851" y="4580230"/>
            <a:ext cx="105156" cy="1234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41501" y="4833975"/>
            <a:ext cx="28474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 (Email 50GB)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866851" y="4862779"/>
            <a:ext cx="105156" cy="1234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41501" y="5115610"/>
            <a:ext cx="28474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Teams, SharePoint, OneDrive (1TB)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866851" y="5144414"/>
            <a:ext cx="105156" cy="12344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715000" y="1819656"/>
            <a:ext cx="761695" cy="761695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 t="-13" b="-13"/>
          <a:stretch/>
        </p:blipFill>
        <p:spPr>
          <a:xfrm>
            <a:off x="5881421" y="2009851"/>
            <a:ext cx="428854" cy="3813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620463" y="2819095"/>
            <a:ext cx="2952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Standard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4638751" y="3305556"/>
            <a:ext cx="2915107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Produttività completa con le app desktop installate per lavorare anche offline.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871043" y="4530937"/>
            <a:ext cx="28474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Tutto di Business Basic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 t="-1359" b="-1359"/>
          <a:stretch/>
        </p:blipFill>
        <p:spPr>
          <a:xfrm>
            <a:off x="4677156" y="4580230"/>
            <a:ext cx="105156" cy="1234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871043" y="4812572"/>
            <a:ext cx="28474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Desktop installabili (PC/Mac)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7"/>
          <a:srcRect t="-1359" b="-1359"/>
          <a:stretch/>
        </p:blipFill>
        <p:spPr>
          <a:xfrm>
            <a:off x="4677156" y="4862779"/>
            <a:ext cx="105156" cy="1234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871043" y="5094207"/>
            <a:ext cx="28474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&amp; Publisher (solo PC)</a:t>
            </a:r>
            <a:endParaRPr lang="en-US" sz="10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 t="-1359" b="-1359"/>
          <a:stretch/>
        </p:blipFill>
        <p:spPr>
          <a:xfrm>
            <a:off x="4677156" y="5144414"/>
            <a:ext cx="105156" cy="123444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9525305" y="1819656"/>
            <a:ext cx="761695" cy="761695"/>
          </a:xfrm>
          <a:prstGeom prst="ellipse">
            <a:avLst/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715500" y="2009851"/>
            <a:ext cx="381305" cy="381305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429854" y="2819095"/>
            <a:ext cx="2952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Premium</a:t>
            </a:r>
            <a:endParaRPr lang="en-US" sz="1800" dirty="0"/>
          </a:p>
        </p:txBody>
      </p:sp>
      <p:sp>
        <p:nvSpPr>
          <p:cNvPr id="37" name="Text 25"/>
          <p:cNvSpPr txBox="1"/>
          <p:nvPr/>
        </p:nvSpPr>
        <p:spPr>
          <a:xfrm>
            <a:off x="8449056" y="3305556"/>
            <a:ext cx="2915107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pacchetto completo con sicurezza avanzata e gestione dei dispositivi aziendali.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8673084" y="4531083"/>
            <a:ext cx="28474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Tutto di Business Standard</a:t>
            </a:r>
            <a:endParaRPr lang="en-US" sz="10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8486546" y="4580230"/>
            <a:ext cx="105156" cy="123444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8673084" y="4812718"/>
            <a:ext cx="28474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Avanzata (Defender)</a:t>
            </a:r>
            <a:endParaRPr lang="en-US" sz="100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8486546" y="4862779"/>
            <a:ext cx="105156" cy="123444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8673084" y="5094353"/>
            <a:ext cx="28474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Dispositivi (Intune)</a:t>
            </a:r>
            <a:endParaRPr lang="en-US" sz="10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8486546" y="5144414"/>
            <a:ext cx="105156" cy="123444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30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31"/>
          <p:cNvSpPr txBox="1"/>
          <p:nvPr/>
        </p:nvSpPr>
        <p:spPr>
          <a:xfrm>
            <a:off x="571500" y="152705"/>
            <a:ext cx="4972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Licenze e Sottoscrizioni</a:t>
            </a:r>
            <a:endParaRPr lang="en-US" sz="1000" dirty="0"/>
          </a:p>
        </p:txBody>
      </p:sp>
      <p:sp>
        <p:nvSpPr>
          <p:cNvPr id="47" name="Text 32"/>
          <p:cNvSpPr txBox="1"/>
          <p:nvPr/>
        </p:nvSpPr>
        <p:spPr>
          <a:xfrm>
            <a:off x="571500" y="381305"/>
            <a:ext cx="6143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Piani Microsoft 365 Business</a:t>
            </a:r>
            <a:endParaRPr lang="en-US" sz="2700" dirty="0"/>
          </a:p>
        </p:txBody>
      </p:sp>
      <p:sp>
        <p:nvSpPr>
          <p:cNvPr id="48" name="Shape 33"/>
          <p:cNvSpPr/>
          <p:nvPr/>
        </p:nvSpPr>
        <p:spPr>
          <a:xfrm>
            <a:off x="9870948" y="276149"/>
            <a:ext cx="175290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10071202" y="381305"/>
            <a:ext cx="114300" cy="152705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10299802" y="276149"/>
            <a:ext cx="1181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Fino a 300 Utenti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Shape 4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8" name="Shape 50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51"/>
          <p:cNvSpPr txBox="1"/>
          <p:nvPr/>
        </p:nvSpPr>
        <p:spPr>
          <a:xfrm>
            <a:off x="571500" y="152705"/>
            <a:ext cx="5277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Licenze e Funzionalità</a:t>
            </a:r>
            <a:endParaRPr lang="en-US" sz="1000" dirty="0"/>
          </a:p>
        </p:txBody>
      </p:sp>
      <p:sp>
        <p:nvSpPr>
          <p:cNvPr id="70" name="Text 52"/>
          <p:cNvSpPr txBox="1"/>
          <p:nvPr/>
        </p:nvSpPr>
        <p:spPr>
          <a:xfrm>
            <a:off x="571500" y="381305"/>
            <a:ext cx="699424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Piani Enterprise: E1 vs E3 vs E5</a:t>
            </a:r>
            <a:endParaRPr lang="en-US" sz="2700" dirty="0"/>
          </a:p>
        </p:txBody>
      </p:sp>
      <p:sp>
        <p:nvSpPr>
          <p:cNvPr id="71" name="Shape 53"/>
          <p:cNvSpPr/>
          <p:nvPr/>
        </p:nvSpPr>
        <p:spPr>
          <a:xfrm>
            <a:off x="9828886" y="276149"/>
            <a:ext cx="18004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2" name="Image 16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10029139" y="381305"/>
            <a:ext cx="171907" cy="152705"/>
          </a:xfrm>
          <a:prstGeom prst="rect">
            <a:avLst/>
          </a:prstGeom>
        </p:spPr>
      </p:pic>
      <p:sp>
        <p:nvSpPr>
          <p:cNvPr id="73" name="Text 54"/>
          <p:cNvSpPr txBox="1"/>
          <p:nvPr/>
        </p:nvSpPr>
        <p:spPr>
          <a:xfrm>
            <a:off x="10315346" y="276149"/>
            <a:ext cx="11722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Confronto Livelli</a:t>
            </a:r>
            <a:endParaRPr lang="en-US" sz="1000" dirty="0"/>
          </a:p>
        </p:txBody>
      </p:sp>
      <p:pic>
        <p:nvPicPr>
          <p:cNvPr id="75" name="Immagine 74">
            <a:extLst>
              <a:ext uri="{FF2B5EF4-FFF2-40B4-BE49-F238E27FC236}">
                <a16:creationId xmlns:a16="http://schemas.microsoft.com/office/drawing/2014/main" id="{17E4ADCD-4B71-64B7-C9EB-796CF0C6F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43915"/>
            <a:ext cx="11186304" cy="543876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8" name="Shape 10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9" name="Shape 110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0" name="Text 111"/>
          <p:cNvSpPr txBox="1"/>
          <p:nvPr/>
        </p:nvSpPr>
        <p:spPr>
          <a:xfrm>
            <a:off x="571500" y="152705"/>
            <a:ext cx="5553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Strategia di Licenza</a:t>
            </a:r>
            <a:endParaRPr lang="en-US" sz="1000" dirty="0"/>
          </a:p>
        </p:txBody>
      </p:sp>
      <p:sp>
        <p:nvSpPr>
          <p:cNvPr id="161" name="Text 112"/>
          <p:cNvSpPr txBox="1"/>
          <p:nvPr/>
        </p:nvSpPr>
        <p:spPr>
          <a:xfrm>
            <a:off x="571500" y="381305"/>
            <a:ext cx="63559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Confronto Completo Piani M365</a:t>
            </a:r>
            <a:endParaRPr lang="en-US" sz="2700" dirty="0"/>
          </a:p>
        </p:txBody>
      </p:sp>
      <p:sp>
        <p:nvSpPr>
          <p:cNvPr id="162" name="Shape 113"/>
          <p:cNvSpPr/>
          <p:nvPr/>
        </p:nvSpPr>
        <p:spPr>
          <a:xfrm>
            <a:off x="9468612" y="276149"/>
            <a:ext cx="21524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3" name="Image 47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68866" y="381305"/>
            <a:ext cx="152705" cy="152705"/>
          </a:xfrm>
          <a:prstGeom prst="rect">
            <a:avLst/>
          </a:prstGeom>
        </p:spPr>
      </p:pic>
      <p:sp>
        <p:nvSpPr>
          <p:cNvPr id="164" name="Text 114"/>
          <p:cNvSpPr txBox="1"/>
          <p:nvPr/>
        </p:nvSpPr>
        <p:spPr>
          <a:xfrm>
            <a:off x="9935870" y="276149"/>
            <a:ext cx="154625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vs Enterprise</a:t>
            </a:r>
            <a:endParaRPr lang="en-US" sz="1000" dirty="0"/>
          </a:p>
        </p:txBody>
      </p:sp>
      <p:pic>
        <p:nvPicPr>
          <p:cNvPr id="166" name="Immagine 165">
            <a:extLst>
              <a:ext uri="{FF2B5EF4-FFF2-40B4-BE49-F238E27FC236}">
                <a16:creationId xmlns:a16="http://schemas.microsoft.com/office/drawing/2014/main" id="{3E101E16-3A26-E6B4-3F9B-37B3D1AB8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35405"/>
            <a:ext cx="11049610" cy="5448072"/>
          </a:xfrm>
          <a:prstGeom prst="rect">
            <a:avLst/>
          </a:prstGeom>
        </p:spPr>
      </p:pic>
      <p:sp>
        <p:nvSpPr>
          <p:cNvPr id="6" name="Ovale 5">
            <a:extLst>
              <a:ext uri="{FF2B5EF4-FFF2-40B4-BE49-F238E27FC236}">
                <a16:creationId xmlns:a16="http://schemas.microsoft.com/office/drawing/2014/main" id="{637D3ED3-FECB-FC1F-8D98-3C9E4FF01FE5}"/>
              </a:ext>
            </a:extLst>
          </p:cNvPr>
          <p:cNvSpPr/>
          <p:nvPr/>
        </p:nvSpPr>
        <p:spPr>
          <a:xfrm>
            <a:off x="10708995" y="3695699"/>
            <a:ext cx="123825" cy="1190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ED34C28-3149-C3F4-4536-535E32BC3EDD}"/>
              </a:ext>
            </a:extLst>
          </p:cNvPr>
          <p:cNvSpPr/>
          <p:nvPr/>
        </p:nvSpPr>
        <p:spPr>
          <a:xfrm>
            <a:off x="10701336" y="4917280"/>
            <a:ext cx="123825" cy="1190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81305" y="152705"/>
            <a:ext cx="5162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Licenze Microsoft 365 Education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11430000" y="219456"/>
            <a:ext cx="381305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1047902"/>
            <a:ext cx="5067605" cy="400507"/>
          </a:xfrm>
          <a:prstGeom prst="roundRect">
            <a:avLst>
              <a:gd name="adj" fmla="val 21744"/>
            </a:avLst>
          </a:prstGeom>
          <a:solidFill>
            <a:srgbClr val="EF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5683" y="1143000"/>
            <a:ext cx="57332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Studenti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476402" y="1143000"/>
            <a:ext cx="152705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99286" y="1143000"/>
            <a:ext cx="5358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Docenti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1344168" y="1143000"/>
            <a:ext cx="219456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01798" y="1143000"/>
            <a:ext cx="4498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Istituti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2246681" y="1143000"/>
            <a:ext cx="219456" cy="17190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81305" y="1726387"/>
            <a:ext cx="5067605" cy="1571854"/>
          </a:xfrm>
          <a:prstGeom prst="roundRect">
            <a:avLst>
              <a:gd name="adj" fmla="val 1410"/>
            </a:avLst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381305" y="1726387"/>
            <a:ext cx="57607" cy="1571854"/>
          </a:xfrm>
          <a:prstGeom prst="roundRect">
            <a:avLst>
              <a:gd name="adj" fmla="val 38480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580644" y="186903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A1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535424" y="1892808"/>
            <a:ext cx="771754" cy="237744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580644" y="2231136"/>
            <a:ext cx="4839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Soluzione base cloud-only per l'apprendimento moderno.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694944" y="2480767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Office Online (Web apps)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0644" y="2516429"/>
            <a:ext cx="114300" cy="1143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3290" y="2704795"/>
            <a:ext cx="4696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Teams &amp; SharePoint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580644" y="2740457"/>
            <a:ext cx="142646" cy="1143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23290" y="2928823"/>
            <a:ext cx="4696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OneDrive 1TB storage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580644" y="2964485"/>
            <a:ext cx="142646" cy="1143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381305" y="3438144"/>
            <a:ext cx="5067605" cy="1571854"/>
          </a:xfrm>
          <a:prstGeom prst="roundRect">
            <a:avLst>
              <a:gd name="adj" fmla="val 1410"/>
            </a:avLst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381305" y="3438144"/>
            <a:ext cx="57607" cy="1571854"/>
          </a:xfrm>
          <a:prstGeom prst="roundRect">
            <a:avLst>
              <a:gd name="adj" fmla="val 38480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9"/>
          <p:cNvSpPr txBox="1"/>
          <p:nvPr/>
        </p:nvSpPr>
        <p:spPr>
          <a:xfrm>
            <a:off x="580644" y="3580790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A3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4284878" y="3604565"/>
            <a:ext cx="1019556" cy="237744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2"/>
          <p:cNvSpPr txBox="1"/>
          <p:nvPr/>
        </p:nvSpPr>
        <p:spPr>
          <a:xfrm>
            <a:off x="580644" y="3942893"/>
            <a:ext cx="4839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Suite completa con app desktop e sicurezza avanzata.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714146" y="4192524"/>
            <a:ext cx="4705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App Desktop installabili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 l="-1911" r="-1911"/>
          <a:stretch/>
        </p:blipFill>
        <p:spPr>
          <a:xfrm>
            <a:off x="580644" y="4228186"/>
            <a:ext cx="133502" cy="1143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85800" y="4416552"/>
            <a:ext cx="47338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Windows 10/11 Education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580644" y="4452214"/>
            <a:ext cx="105156" cy="1143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94944" y="4640580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Intune &amp; Security base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80644" y="4676242"/>
            <a:ext cx="114300" cy="114300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381305" y="5149901"/>
            <a:ext cx="5067605" cy="1571854"/>
          </a:xfrm>
          <a:prstGeom prst="roundRect">
            <a:avLst>
              <a:gd name="adj" fmla="val 1410"/>
            </a:avLst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27"/>
          <p:cNvSpPr/>
          <p:nvPr/>
        </p:nvSpPr>
        <p:spPr>
          <a:xfrm>
            <a:off x="381305" y="5149901"/>
            <a:ext cx="57607" cy="1571854"/>
          </a:xfrm>
          <a:prstGeom prst="roundRect">
            <a:avLst>
              <a:gd name="adj" fmla="val 38480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28"/>
          <p:cNvSpPr txBox="1"/>
          <p:nvPr/>
        </p:nvSpPr>
        <p:spPr>
          <a:xfrm>
            <a:off x="580644" y="5292547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A5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4230929" y="5316322"/>
            <a:ext cx="1076249" cy="237744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580644" y="5654650"/>
            <a:ext cx="4839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Il massimo per sicurezza, analytics e voce.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2"/>
          <p:cNvSpPr txBox="1"/>
          <p:nvPr/>
        </p:nvSpPr>
        <p:spPr>
          <a:xfrm>
            <a:off x="723290" y="5904281"/>
            <a:ext cx="4696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Advanced Threat Protection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3"/>
          <a:srcRect t="-80" b="-80"/>
          <a:stretch/>
        </p:blipFill>
        <p:spPr>
          <a:xfrm>
            <a:off x="580644" y="5939942"/>
            <a:ext cx="142646" cy="1143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94944" y="6128309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Power BI Pro &amp; Analytics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80644" y="6163970"/>
            <a:ext cx="114300" cy="11430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94944" y="6351422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Phone System &amp; Audio Conf.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80644" y="6387998"/>
            <a:ext cx="114300" cy="114300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5732374" y="1047902"/>
            <a:ext cx="3819449" cy="428854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36"/>
          <p:cNvSpPr/>
          <p:nvPr/>
        </p:nvSpPr>
        <p:spPr>
          <a:xfrm>
            <a:off x="5732374" y="1047902"/>
            <a:ext cx="3820363" cy="428854"/>
          </a:xfrm>
          <a:prstGeom prst="rect">
            <a:avLst/>
          </a:prstGeom>
          <a:solidFill>
            <a:srgbClr val="F3F2F1"/>
          </a:solidFill>
          <a:ln w="25400">
            <a:solidFill>
              <a:srgbClr val="0078D4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Funzionalità Chiave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37"/>
          <p:cNvSpPr/>
          <p:nvPr/>
        </p:nvSpPr>
        <p:spPr>
          <a:xfrm>
            <a:off x="9549994" y="1047902"/>
            <a:ext cx="733349" cy="428854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38"/>
          <p:cNvSpPr/>
          <p:nvPr/>
        </p:nvSpPr>
        <p:spPr>
          <a:xfrm>
            <a:off x="9549994" y="1047902"/>
            <a:ext cx="734263" cy="428854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39"/>
          <p:cNvSpPr/>
          <p:nvPr/>
        </p:nvSpPr>
        <p:spPr>
          <a:xfrm>
            <a:off x="10277856" y="1047902"/>
            <a:ext cx="771754" cy="428854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0"/>
          <p:cNvSpPr/>
          <p:nvPr/>
        </p:nvSpPr>
        <p:spPr>
          <a:xfrm>
            <a:off x="10277856" y="1047902"/>
            <a:ext cx="771754" cy="428854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41"/>
          <p:cNvSpPr/>
          <p:nvPr/>
        </p:nvSpPr>
        <p:spPr>
          <a:xfrm>
            <a:off x="11044123" y="1047902"/>
            <a:ext cx="771754" cy="428854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42"/>
          <p:cNvSpPr/>
          <p:nvPr/>
        </p:nvSpPr>
        <p:spPr>
          <a:xfrm>
            <a:off x="11044123" y="1047902"/>
            <a:ext cx="771754" cy="428854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43"/>
          <p:cNvSpPr/>
          <p:nvPr/>
        </p:nvSpPr>
        <p:spPr>
          <a:xfrm>
            <a:off x="5732374" y="1471270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44"/>
          <p:cNvSpPr/>
          <p:nvPr/>
        </p:nvSpPr>
        <p:spPr>
          <a:xfrm>
            <a:off x="5732374" y="1471270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Office Web (Word, Excel, PPT)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45"/>
          <p:cNvSpPr/>
          <p:nvPr/>
        </p:nvSpPr>
        <p:spPr>
          <a:xfrm>
            <a:off x="9549994" y="1852574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9847174" y="1580998"/>
            <a:ext cx="133502" cy="152705"/>
          </a:xfrm>
          <a:prstGeom prst="rect">
            <a:avLst/>
          </a:prstGeom>
        </p:spPr>
      </p:pic>
      <p:sp>
        <p:nvSpPr>
          <p:cNvPr id="62" name="Shape 46"/>
          <p:cNvSpPr/>
          <p:nvPr/>
        </p:nvSpPr>
        <p:spPr>
          <a:xfrm>
            <a:off x="10277856" y="1852574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0594238" y="1580998"/>
            <a:ext cx="133502" cy="152705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11044123" y="1852574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1580998"/>
            <a:ext cx="133502" cy="152705"/>
          </a:xfrm>
          <a:prstGeom prst="rect">
            <a:avLst/>
          </a:prstGeom>
        </p:spPr>
      </p:pic>
      <p:sp>
        <p:nvSpPr>
          <p:cNvPr id="66" name="Shape 48"/>
          <p:cNvSpPr/>
          <p:nvPr/>
        </p:nvSpPr>
        <p:spPr>
          <a:xfrm>
            <a:off x="5732374" y="1861718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49"/>
          <p:cNvSpPr/>
          <p:nvPr/>
        </p:nvSpPr>
        <p:spPr>
          <a:xfrm>
            <a:off x="5732374" y="1861718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Teams &amp; SharePoint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50"/>
          <p:cNvSpPr/>
          <p:nvPr/>
        </p:nvSpPr>
        <p:spPr>
          <a:xfrm>
            <a:off x="9549994" y="2243023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9847174" y="1971446"/>
            <a:ext cx="133502" cy="152705"/>
          </a:xfrm>
          <a:prstGeom prst="rect">
            <a:avLst/>
          </a:prstGeom>
        </p:spPr>
      </p:pic>
      <p:sp>
        <p:nvSpPr>
          <p:cNvPr id="70" name="Shape 51"/>
          <p:cNvSpPr/>
          <p:nvPr/>
        </p:nvSpPr>
        <p:spPr>
          <a:xfrm>
            <a:off x="10277856" y="2243023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1" name="Image 17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0594238" y="1971446"/>
            <a:ext cx="133502" cy="152705"/>
          </a:xfrm>
          <a:prstGeom prst="rect">
            <a:avLst/>
          </a:prstGeom>
        </p:spPr>
      </p:pic>
      <p:sp>
        <p:nvSpPr>
          <p:cNvPr id="72" name="Shape 52"/>
          <p:cNvSpPr/>
          <p:nvPr/>
        </p:nvSpPr>
        <p:spPr>
          <a:xfrm>
            <a:off x="11044123" y="2243023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" name="Image 18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1971446"/>
            <a:ext cx="133502" cy="152705"/>
          </a:xfrm>
          <a:prstGeom prst="rect">
            <a:avLst/>
          </a:prstGeom>
        </p:spPr>
      </p:pic>
      <p:sp>
        <p:nvSpPr>
          <p:cNvPr id="74" name="Shape 53"/>
          <p:cNvSpPr/>
          <p:nvPr/>
        </p:nvSpPr>
        <p:spPr>
          <a:xfrm>
            <a:off x="5732374" y="2247595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54"/>
          <p:cNvSpPr/>
          <p:nvPr/>
        </p:nvSpPr>
        <p:spPr>
          <a:xfrm>
            <a:off x="5732374" y="2247595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(1 TB)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55"/>
          <p:cNvSpPr/>
          <p:nvPr/>
        </p:nvSpPr>
        <p:spPr>
          <a:xfrm>
            <a:off x="9549994" y="2628900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7" name="Image 19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9847174" y="2357323"/>
            <a:ext cx="133502" cy="152705"/>
          </a:xfrm>
          <a:prstGeom prst="rect">
            <a:avLst/>
          </a:prstGeom>
        </p:spPr>
      </p:pic>
      <p:sp>
        <p:nvSpPr>
          <p:cNvPr id="78" name="Shape 56"/>
          <p:cNvSpPr/>
          <p:nvPr/>
        </p:nvSpPr>
        <p:spPr>
          <a:xfrm>
            <a:off x="10277856" y="2628900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" name="Image 20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0594238" y="2357323"/>
            <a:ext cx="133502" cy="152705"/>
          </a:xfrm>
          <a:prstGeom prst="rect">
            <a:avLst/>
          </a:prstGeom>
        </p:spPr>
      </p:pic>
      <p:sp>
        <p:nvSpPr>
          <p:cNvPr id="80" name="Shape 57"/>
          <p:cNvSpPr/>
          <p:nvPr/>
        </p:nvSpPr>
        <p:spPr>
          <a:xfrm>
            <a:off x="11044123" y="2628900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1" name="Image 21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2357323"/>
            <a:ext cx="133502" cy="152705"/>
          </a:xfrm>
          <a:prstGeom prst="rect">
            <a:avLst/>
          </a:prstGeom>
        </p:spPr>
      </p:pic>
      <p:sp>
        <p:nvSpPr>
          <p:cNvPr id="82" name="Shape 58"/>
          <p:cNvSpPr/>
          <p:nvPr/>
        </p:nvSpPr>
        <p:spPr>
          <a:xfrm>
            <a:off x="5732374" y="2633472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 59"/>
          <p:cNvSpPr/>
          <p:nvPr/>
        </p:nvSpPr>
        <p:spPr>
          <a:xfrm>
            <a:off x="5732374" y="2633472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App Desktop Office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60"/>
          <p:cNvSpPr/>
          <p:nvPr/>
        </p:nvSpPr>
        <p:spPr>
          <a:xfrm>
            <a:off x="9549994" y="3014777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5" name="Image 22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9856318" y="2759659"/>
            <a:ext cx="114300" cy="133502"/>
          </a:xfrm>
          <a:prstGeom prst="rect">
            <a:avLst/>
          </a:prstGeom>
        </p:spPr>
      </p:pic>
      <p:sp>
        <p:nvSpPr>
          <p:cNvPr id="86" name="Shape 61"/>
          <p:cNvSpPr/>
          <p:nvPr/>
        </p:nvSpPr>
        <p:spPr>
          <a:xfrm>
            <a:off x="10277856" y="3014777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7" name="Image 23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0594238" y="2743200"/>
            <a:ext cx="133502" cy="152705"/>
          </a:xfrm>
          <a:prstGeom prst="rect">
            <a:avLst/>
          </a:prstGeom>
        </p:spPr>
      </p:pic>
      <p:sp>
        <p:nvSpPr>
          <p:cNvPr id="88" name="Shape 62"/>
          <p:cNvSpPr/>
          <p:nvPr/>
        </p:nvSpPr>
        <p:spPr>
          <a:xfrm>
            <a:off x="11044123" y="3014777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9" name="Image 24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2743200"/>
            <a:ext cx="133502" cy="152705"/>
          </a:xfrm>
          <a:prstGeom prst="rect">
            <a:avLst/>
          </a:prstGeom>
        </p:spPr>
      </p:pic>
      <p:sp>
        <p:nvSpPr>
          <p:cNvPr id="90" name="Shape 63"/>
          <p:cNvSpPr/>
          <p:nvPr/>
        </p:nvSpPr>
        <p:spPr>
          <a:xfrm>
            <a:off x="5732374" y="3019349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64"/>
          <p:cNvSpPr/>
          <p:nvPr/>
        </p:nvSpPr>
        <p:spPr>
          <a:xfrm>
            <a:off x="5732374" y="3019349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10/11 Education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Shape 65"/>
          <p:cNvSpPr/>
          <p:nvPr/>
        </p:nvSpPr>
        <p:spPr>
          <a:xfrm>
            <a:off x="9549994" y="3400654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3" name="Image 25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9856318" y="3145536"/>
            <a:ext cx="114300" cy="133502"/>
          </a:xfrm>
          <a:prstGeom prst="rect">
            <a:avLst/>
          </a:prstGeom>
        </p:spPr>
      </p:pic>
      <p:sp>
        <p:nvSpPr>
          <p:cNvPr id="94" name="Shape 66"/>
          <p:cNvSpPr/>
          <p:nvPr/>
        </p:nvSpPr>
        <p:spPr>
          <a:xfrm>
            <a:off x="10277856" y="3400654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5" name="Image 26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0594238" y="3129077"/>
            <a:ext cx="133502" cy="152705"/>
          </a:xfrm>
          <a:prstGeom prst="rect">
            <a:avLst/>
          </a:prstGeom>
        </p:spPr>
      </p:pic>
      <p:sp>
        <p:nvSpPr>
          <p:cNvPr id="96" name="Shape 67"/>
          <p:cNvSpPr/>
          <p:nvPr/>
        </p:nvSpPr>
        <p:spPr>
          <a:xfrm>
            <a:off x="11044123" y="3400654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7" name="Image 27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3129077"/>
            <a:ext cx="133502" cy="152705"/>
          </a:xfrm>
          <a:prstGeom prst="rect">
            <a:avLst/>
          </a:prstGeom>
        </p:spPr>
      </p:pic>
      <p:sp>
        <p:nvSpPr>
          <p:cNvPr id="98" name="Shape 68"/>
          <p:cNvSpPr/>
          <p:nvPr/>
        </p:nvSpPr>
        <p:spPr>
          <a:xfrm>
            <a:off x="5732374" y="3405226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69"/>
          <p:cNvSpPr/>
          <p:nvPr/>
        </p:nvSpPr>
        <p:spPr>
          <a:xfrm>
            <a:off x="5732374" y="3405226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Gestione Dispositivi (Intune)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70"/>
          <p:cNvSpPr/>
          <p:nvPr/>
        </p:nvSpPr>
        <p:spPr>
          <a:xfrm>
            <a:off x="9549994" y="3786530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1" name="Image 28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9856318" y="3531413"/>
            <a:ext cx="114300" cy="133502"/>
          </a:xfrm>
          <a:prstGeom prst="rect">
            <a:avLst/>
          </a:prstGeom>
        </p:spPr>
      </p:pic>
      <p:sp>
        <p:nvSpPr>
          <p:cNvPr id="102" name="Shape 71"/>
          <p:cNvSpPr/>
          <p:nvPr/>
        </p:nvSpPr>
        <p:spPr>
          <a:xfrm>
            <a:off x="10277856" y="3786530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3" name="Image 29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0594238" y="3514954"/>
            <a:ext cx="133502" cy="152705"/>
          </a:xfrm>
          <a:prstGeom prst="rect">
            <a:avLst/>
          </a:prstGeom>
        </p:spPr>
      </p:pic>
      <p:sp>
        <p:nvSpPr>
          <p:cNvPr id="104" name="Shape 72"/>
          <p:cNvSpPr/>
          <p:nvPr/>
        </p:nvSpPr>
        <p:spPr>
          <a:xfrm>
            <a:off x="11044123" y="3786530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5" name="Image 30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3514954"/>
            <a:ext cx="133502" cy="152705"/>
          </a:xfrm>
          <a:prstGeom prst="rect">
            <a:avLst/>
          </a:prstGeom>
        </p:spPr>
      </p:pic>
      <p:sp>
        <p:nvSpPr>
          <p:cNvPr id="106" name="Shape 73"/>
          <p:cNvSpPr/>
          <p:nvPr/>
        </p:nvSpPr>
        <p:spPr>
          <a:xfrm>
            <a:off x="5732374" y="3791102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ext 74"/>
          <p:cNvSpPr/>
          <p:nvPr/>
        </p:nvSpPr>
        <p:spPr>
          <a:xfrm>
            <a:off x="5732374" y="3791102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Threat Protection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Shape 75"/>
          <p:cNvSpPr/>
          <p:nvPr/>
        </p:nvSpPr>
        <p:spPr>
          <a:xfrm>
            <a:off x="9549994" y="4172407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9" name="Image 31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9856318" y="3917290"/>
            <a:ext cx="114300" cy="133502"/>
          </a:xfrm>
          <a:prstGeom prst="rect">
            <a:avLst/>
          </a:prstGeom>
        </p:spPr>
      </p:pic>
      <p:sp>
        <p:nvSpPr>
          <p:cNvPr id="110" name="Shape 76"/>
          <p:cNvSpPr/>
          <p:nvPr/>
        </p:nvSpPr>
        <p:spPr>
          <a:xfrm>
            <a:off x="10277856" y="4172407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1" name="Image 32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10604297" y="3917290"/>
            <a:ext cx="114300" cy="133502"/>
          </a:xfrm>
          <a:prstGeom prst="rect">
            <a:avLst/>
          </a:prstGeom>
        </p:spPr>
      </p:pic>
      <p:sp>
        <p:nvSpPr>
          <p:cNvPr id="112" name="Shape 77"/>
          <p:cNvSpPr/>
          <p:nvPr/>
        </p:nvSpPr>
        <p:spPr>
          <a:xfrm>
            <a:off x="11044123" y="4172407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3" name="Image 33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3900830"/>
            <a:ext cx="133502" cy="152705"/>
          </a:xfrm>
          <a:prstGeom prst="rect">
            <a:avLst/>
          </a:prstGeom>
        </p:spPr>
      </p:pic>
      <p:sp>
        <p:nvSpPr>
          <p:cNvPr id="114" name="Shape 78"/>
          <p:cNvSpPr/>
          <p:nvPr/>
        </p:nvSpPr>
        <p:spPr>
          <a:xfrm>
            <a:off x="5732374" y="4176979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ext 79"/>
          <p:cNvSpPr/>
          <p:nvPr/>
        </p:nvSpPr>
        <p:spPr>
          <a:xfrm>
            <a:off x="5732374" y="4176979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Pro Analytics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Shape 80"/>
          <p:cNvSpPr/>
          <p:nvPr/>
        </p:nvSpPr>
        <p:spPr>
          <a:xfrm>
            <a:off x="9549994" y="4558284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7" name="Image 34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9856318" y="4303166"/>
            <a:ext cx="114300" cy="133502"/>
          </a:xfrm>
          <a:prstGeom prst="rect">
            <a:avLst/>
          </a:prstGeom>
        </p:spPr>
      </p:pic>
      <p:sp>
        <p:nvSpPr>
          <p:cNvPr id="118" name="Shape 81"/>
          <p:cNvSpPr/>
          <p:nvPr/>
        </p:nvSpPr>
        <p:spPr>
          <a:xfrm>
            <a:off x="10277856" y="4558284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9" name="Image 35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10604297" y="4303166"/>
            <a:ext cx="114300" cy="133502"/>
          </a:xfrm>
          <a:prstGeom prst="rect">
            <a:avLst/>
          </a:prstGeom>
        </p:spPr>
      </p:pic>
      <p:sp>
        <p:nvSpPr>
          <p:cNvPr id="120" name="Shape 82"/>
          <p:cNvSpPr/>
          <p:nvPr/>
        </p:nvSpPr>
        <p:spPr>
          <a:xfrm>
            <a:off x="11044123" y="4558284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1" name="Image 36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4286707"/>
            <a:ext cx="133502" cy="152705"/>
          </a:xfrm>
          <a:prstGeom prst="rect">
            <a:avLst/>
          </a:prstGeom>
        </p:spPr>
      </p:pic>
      <p:sp>
        <p:nvSpPr>
          <p:cNvPr id="122" name="Shape 83"/>
          <p:cNvSpPr/>
          <p:nvPr/>
        </p:nvSpPr>
        <p:spPr>
          <a:xfrm>
            <a:off x="5732374" y="4562856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Text 84"/>
          <p:cNvSpPr/>
          <p:nvPr/>
        </p:nvSpPr>
        <p:spPr>
          <a:xfrm>
            <a:off x="5732374" y="4562856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Phone System / Audio Conf.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Shape 85"/>
          <p:cNvSpPr/>
          <p:nvPr/>
        </p:nvSpPr>
        <p:spPr>
          <a:xfrm>
            <a:off x="9549994" y="4944161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5" name="Image 37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9856318" y="4689043"/>
            <a:ext cx="114300" cy="133502"/>
          </a:xfrm>
          <a:prstGeom prst="rect">
            <a:avLst/>
          </a:prstGeom>
        </p:spPr>
      </p:pic>
      <p:sp>
        <p:nvSpPr>
          <p:cNvPr id="126" name="Shape 86"/>
          <p:cNvSpPr/>
          <p:nvPr/>
        </p:nvSpPr>
        <p:spPr>
          <a:xfrm>
            <a:off x="10277856" y="4944161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7" name="Image 38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10604297" y="4689043"/>
            <a:ext cx="114300" cy="133502"/>
          </a:xfrm>
          <a:prstGeom prst="rect">
            <a:avLst/>
          </a:prstGeom>
        </p:spPr>
      </p:pic>
      <p:sp>
        <p:nvSpPr>
          <p:cNvPr id="128" name="Shape 87"/>
          <p:cNvSpPr/>
          <p:nvPr/>
        </p:nvSpPr>
        <p:spPr>
          <a:xfrm>
            <a:off x="11044123" y="4944161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9" name="Image 39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4671670"/>
            <a:ext cx="133502" cy="152705"/>
          </a:xfrm>
          <a:prstGeom prst="rect">
            <a:avLst/>
          </a:prstGeom>
        </p:spPr>
      </p:pic>
      <p:sp>
        <p:nvSpPr>
          <p:cNvPr id="130" name="Shape 88"/>
          <p:cNvSpPr/>
          <p:nvPr/>
        </p:nvSpPr>
        <p:spPr>
          <a:xfrm>
            <a:off x="5732374" y="4947818"/>
            <a:ext cx="3819449" cy="390449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Text 89"/>
          <p:cNvSpPr/>
          <p:nvPr/>
        </p:nvSpPr>
        <p:spPr>
          <a:xfrm>
            <a:off x="5732374" y="4947818"/>
            <a:ext cx="3820363" cy="391363"/>
          </a:xfrm>
          <a:prstGeom prst="rect">
            <a:avLst/>
          </a:prstGeom>
          <a:solidFill>
            <a:srgbClr val="FAF9F8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Viva Insights (Analytics)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Shape 90"/>
          <p:cNvSpPr/>
          <p:nvPr/>
        </p:nvSpPr>
        <p:spPr>
          <a:xfrm>
            <a:off x="9549994" y="5329123"/>
            <a:ext cx="733349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3" name="Image 40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9856318" y="5074006"/>
            <a:ext cx="114300" cy="133502"/>
          </a:xfrm>
          <a:prstGeom prst="rect">
            <a:avLst/>
          </a:prstGeom>
        </p:spPr>
      </p:pic>
      <p:sp>
        <p:nvSpPr>
          <p:cNvPr id="134" name="Shape 91"/>
          <p:cNvSpPr/>
          <p:nvPr/>
        </p:nvSpPr>
        <p:spPr>
          <a:xfrm>
            <a:off x="10277856" y="5329123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5" name="Image 41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10604297" y="5074006"/>
            <a:ext cx="114300" cy="133502"/>
          </a:xfrm>
          <a:prstGeom prst="rect">
            <a:avLst/>
          </a:prstGeom>
        </p:spPr>
      </p:pic>
      <p:sp>
        <p:nvSpPr>
          <p:cNvPr id="136" name="Shape 92"/>
          <p:cNvSpPr/>
          <p:nvPr/>
        </p:nvSpPr>
        <p:spPr>
          <a:xfrm>
            <a:off x="11044123" y="5329123"/>
            <a:ext cx="771754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42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360506" y="5057546"/>
            <a:ext cx="133502" cy="152705"/>
          </a:xfrm>
          <a:prstGeom prst="rect">
            <a:avLst/>
          </a:prstGeom>
        </p:spPr>
      </p:pic>
      <p:sp>
        <p:nvSpPr>
          <p:cNvPr id="138" name="Text 93"/>
          <p:cNvSpPr txBox="1"/>
          <p:nvPr/>
        </p:nvSpPr>
        <p:spPr>
          <a:xfrm>
            <a:off x="5656478" y="6404458"/>
            <a:ext cx="6163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Note: I prezzi sono indicativi e possono variare in base al contratto e alla regione. Le funzionalità sono soggette a modifiche da parte di Microsoft. Alcune licenze A3/A5 includono benefici per l'uso domestico (Home Use Program).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0598" y="476402"/>
            <a:ext cx="1904695" cy="19046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6584" r="-6584"/>
          <a:stretch/>
        </p:blipFill>
        <p:spPr>
          <a:xfrm>
            <a:off x="476402" y="3733495"/>
            <a:ext cx="2247595" cy="264810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38998" y="476402"/>
            <a:ext cx="2800807" cy="28008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0781" y="2034540"/>
            <a:ext cx="1067927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il piano più comune nelle PMI?</a:t>
            </a:r>
            <a:endParaRPr lang="en-US" sz="3600" dirty="0"/>
          </a:p>
        </p:txBody>
      </p:sp>
      <p:sp>
        <p:nvSpPr>
          <p:cNvPr id="10" name="Shape 5"/>
          <p:cNvSpPr/>
          <p:nvPr/>
        </p:nvSpPr>
        <p:spPr>
          <a:xfrm>
            <a:off x="5229454" y="1417320"/>
            <a:ext cx="1733702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6"/>
          <p:cNvSpPr txBox="1"/>
          <p:nvPr/>
        </p:nvSpPr>
        <p:spPr>
          <a:xfrm>
            <a:off x="5194706" y="1417320"/>
            <a:ext cx="180319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Time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403" r="-1403"/>
          <a:stretch/>
        </p:blipFill>
        <p:spPr>
          <a:xfrm>
            <a:off x="5420563" y="1535278"/>
            <a:ext cx="209398" cy="18105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11" r="-11"/>
          <a:stretch/>
        </p:blipFill>
        <p:spPr>
          <a:xfrm>
            <a:off x="885139" y="3059582"/>
            <a:ext cx="3305556" cy="238109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56462" y="4019702"/>
            <a:ext cx="310530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Standard o Premium (funzionalità complete e sicurezza adeguata)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444898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2"/>
          <p:cNvSpPr/>
          <p:nvPr/>
        </p:nvSpPr>
        <p:spPr>
          <a:xfrm>
            <a:off x="5857646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3"/>
          <p:cNvSpPr txBox="1"/>
          <p:nvPr/>
        </p:nvSpPr>
        <p:spPr>
          <a:xfrm>
            <a:off x="5829300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4616806" y="4030675"/>
            <a:ext cx="2962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Basic (solo app web, spesso insufficiente)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8033004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6"/>
          <p:cNvSpPr/>
          <p:nvPr/>
        </p:nvSpPr>
        <p:spPr>
          <a:xfrm>
            <a:off x="9445752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7"/>
          <p:cNvSpPr txBox="1"/>
          <p:nvPr/>
        </p:nvSpPr>
        <p:spPr>
          <a:xfrm>
            <a:off x="9417406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8203997" y="4030675"/>
            <a:ext cx="2962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E5 (massima sicurezza enterprise)</a:t>
            </a:r>
            <a:endParaRPr lang="en-US" sz="14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198C4729-6E8B-75D3-A156-B66DD1F3287B}"/>
              </a:ext>
            </a:extLst>
          </p:cNvPr>
          <p:cNvSpPr/>
          <p:nvPr/>
        </p:nvSpPr>
        <p:spPr>
          <a:xfrm>
            <a:off x="2268930" y="3400197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D8E58004-46FD-3995-81B2-95955B40E2E5}"/>
              </a:ext>
            </a:extLst>
          </p:cNvPr>
          <p:cNvSpPr txBox="1"/>
          <p:nvPr/>
        </p:nvSpPr>
        <p:spPr>
          <a:xfrm>
            <a:off x="2240584" y="3400197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8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90815FBE-223E-243A-7AB8-731106203BF7}"/>
              </a:ext>
            </a:extLst>
          </p:cNvPr>
          <p:cNvSpPr/>
          <p:nvPr/>
        </p:nvSpPr>
        <p:spPr>
          <a:xfrm>
            <a:off x="885139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3220</Words>
  <Application>Microsoft Office PowerPoint</Application>
  <PresentationFormat>Widescreen</PresentationFormat>
  <Paragraphs>552</Paragraphs>
  <Slides>34</Slides>
  <Notes>33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5" baseType="lpstr">
      <vt:lpstr>Aptos</vt:lpstr>
      <vt:lpstr>Arial</vt:lpstr>
      <vt:lpstr>Calibri</vt:lpstr>
      <vt:lpstr>Century Gothic</vt:lpstr>
      <vt:lpstr>Courier New</vt:lpstr>
      <vt:lpstr>Montserrat</vt:lpstr>
      <vt:lpstr>Open Sans</vt:lpstr>
      <vt:lpstr>Roboto</vt:lpstr>
      <vt:lpstr>Segoe UI</vt:lpstr>
      <vt:lpstr>ui-monospace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Novembre Matteo</cp:lastModifiedBy>
  <cp:revision>1</cp:revision>
  <dcterms:created xsi:type="dcterms:W3CDTF">2026-02-02T10:13:32Z</dcterms:created>
  <dcterms:modified xsi:type="dcterms:W3CDTF">2026-02-12T15:19:57Z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2026-02-02T10:17:13Z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8e2d968e-8f40-47fc-89d0-762050174f01</vt:lpwstr>
  </property>
  <property fmtid="{D5CDD505-2E9C-101B-9397-08002B2CF9AE}" pid="8" name="MSIP_Label_5bf4bb52-9e9d-4296-940a-59002820a53c_ContentBits">
    <vt:lpwstr>0</vt:lpwstr>
  </property>
  <property fmtid="{D5CDD505-2E9C-101B-9397-08002B2CF9AE}" pid="9" name="MSIP_Label_5bf4bb52-9e9d-4296-940a-59002820a53c_Tag">
    <vt:lpwstr>10, 3, 0, 1</vt:lpwstr>
  </property>
</Properties>
</file>