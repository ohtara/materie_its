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82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25322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Cloud Startup Idea: Making Everyday Life Easier for Young People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87835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Discover how cloud technology can revolutionise daily organisation for young people.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62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Meet Our Team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58653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254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Salvatore: The Visionary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8590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creative thinker, always spotting everyday problems that need a smart solution.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558653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254109"/>
            <a:ext cx="2882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Yassine: The Tech Whiz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cloud computing enthusiast who translates big ideas into robust technical architectures.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558653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254109"/>
            <a:ext cx="32500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Luca: The User Advocate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people person, deeply understanding what young users genuinely need and desire.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145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Problem We Face Every Day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7227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Modern life for young people is complex, with multiple demands creating daily challenges: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53232"/>
            <a:ext cx="7556421" cy="306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Overwhelm: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Managing schoolwork, an active social life, and diverse hobbies often feels overwhelming and chaotic.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Scattered Resources: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Important files, essential documents, and critical applications are dispersed across numerous devices and platforms, leading to frustration.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Accessibility Gap: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Young individuals desperately need a streamlined, intuitive method to organise and access all their vital information effortlessly, anytime, anywhere.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68966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Big Idea: Cloud Buddy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4244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Introducing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Buddy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 revolutionary cloud-based application designed specifically for young people. It's not just storage; it's your personal organisation hub.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7025"/>
            <a:ext cx="8284131" cy="306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centralised platform to consolidate all your school notes, personal schedules, and favourite apps.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 accessibility from any device—be it phone, tablet, or laptop—ensuring you're always connected to your world, as long as you have internet.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Empowers users to stay impeccably organised, facilitates easy sharing with friends for collaborative projects, and ultimately saves precious time for what truly matters.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536627"/>
            <a:ext cx="4205168" cy="4205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094" y="1153478"/>
            <a:ext cx="7406045" cy="669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Cloud Technology is Key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0094" y="2126933"/>
            <a:ext cx="2412921" cy="494919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2"/>
          <p:cNvSpPr/>
          <p:nvPr/>
        </p:nvSpPr>
        <p:spPr>
          <a:xfrm>
            <a:off x="719614" y="2126933"/>
            <a:ext cx="121920" cy="4949190"/>
          </a:xfrm>
          <a:prstGeom prst="roundRect">
            <a:avLst>
              <a:gd name="adj" fmla="val 15821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1086326" y="2371725"/>
            <a:ext cx="1831896" cy="100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Cost-Effective Accessibility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86326" y="3497580"/>
            <a:ext cx="1831896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infrastructure eliminates the necessity for expensive, high-spec local hardware, making powerful tools accessible to everyone.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3365421" y="2126933"/>
            <a:ext cx="2413040" cy="494919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3334941" y="2126933"/>
            <a:ext cx="121920" cy="4949190"/>
          </a:xfrm>
          <a:prstGeom prst="roundRect">
            <a:avLst>
              <a:gd name="adj" fmla="val 15821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3701653" y="2371725"/>
            <a:ext cx="1832015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Robust Data Security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701653" y="3162776"/>
            <a:ext cx="1832015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Your data is inherently secure, constantly backed up, and resilient against device failures, ensuring peace of mind.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5980867" y="2126933"/>
            <a:ext cx="2412921" cy="494919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5950387" y="2126933"/>
            <a:ext cx="121920" cy="4949190"/>
          </a:xfrm>
          <a:prstGeom prst="roundRect">
            <a:avLst>
              <a:gd name="adj" fmla="val 15821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317099" y="2371725"/>
            <a:ext cx="1831896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Effortless Scalability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317099" y="3162776"/>
            <a:ext cx="1831896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cloud adapts effortlessly, expanding to accommodate an ever-growing volume of files and applications without performance degradation.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9646" y="587216"/>
            <a:ext cx="5311854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Cloud Buddy Works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140" y="1458397"/>
            <a:ext cx="7442002" cy="441686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8327" y="2537951"/>
            <a:ext cx="633532" cy="6335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73889" y="4900039"/>
            <a:ext cx="1849915" cy="25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Share Instantly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9002" y="2539139"/>
            <a:ext cx="633532" cy="6335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42487" y="4900039"/>
            <a:ext cx="1849917" cy="25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Stay Organised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7601" y="2539139"/>
            <a:ext cx="633533" cy="6335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73074" y="4900039"/>
            <a:ext cx="1849916" cy="25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Sync Files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979646" y="6042422"/>
            <a:ext cx="1267098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Buddy simplifies your digital life into an intuitive, seamless experience, keeping you on top of your game.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979646" y="6475333"/>
            <a:ext cx="12670988" cy="116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Automatic Syncing: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Effortlessly synchronises your crucial files and essential applications to the cloud, ensuring everything is always up-to-date.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Organisation: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Integrated smart reminders and calendar features keep you perfectly aligned with your academic and personal commitments.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Collaboration: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Share projects, notes, and ideas with friends or study groups instantly, fostering effective teamwork.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8388" y="660083"/>
            <a:ext cx="6491288" cy="53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Real-Life Example: Jamie’s Story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388" y="1538288"/>
            <a:ext cx="5884902" cy="58849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0847" y="2180868"/>
            <a:ext cx="3618548" cy="96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"Before Cloud Buddy, I was drowning in papers and digital files. Now, I can access everything, everywhere. It's a game-changer!"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9373195" y="2180868"/>
            <a:ext cx="22860" cy="965835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9373195" y="3293031"/>
            <a:ext cx="3876199" cy="72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Jamie, a typical student, frequently found it challenging to balance demanding school projects with an active sports schedule.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373195" y="4134445"/>
            <a:ext cx="3876199" cy="274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With Cloud Buddy, Jamie gained the flexibility to access notes, assignments, and study materials on their phone, tablet, or laptop, whether at home, school, or on the go.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newfound efficiency dramatically reduced time spent searching for documents, saving hours each week.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result? Improved academic performance, less stress, and more free time to enjoy hobbies and relax.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483" y="1028938"/>
            <a:ext cx="4496514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Startup Plan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9483" y="1804868"/>
            <a:ext cx="719376" cy="1242060"/>
          </a:xfrm>
          <a:prstGeom prst="roundRect">
            <a:avLst>
              <a:gd name="adj" fmla="val 36004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854273" y="2257306"/>
            <a:ext cx="26967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491377" y="1984653"/>
            <a:ext cx="254912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Prototype Development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491377" y="2351127"/>
            <a:ext cx="7023140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 lean, functional prototype leveraging free cloud credits from Google Cloud or AWS for students.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9483" y="3189446"/>
            <a:ext cx="719376" cy="1242060"/>
          </a:xfrm>
          <a:prstGeom prst="roundRect">
            <a:avLst>
              <a:gd name="adj" fmla="val 36004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854273" y="3641884"/>
            <a:ext cx="26967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491377" y="3369231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Community Testing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491377" y="3735705"/>
            <a:ext cx="7023140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Conduct extensive testing with friends and schoolmates to gather invaluable feedback and refine the user experience.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9483" y="4574024"/>
            <a:ext cx="719376" cy="1242060"/>
          </a:xfrm>
          <a:prstGeom prst="roundRect">
            <a:avLst>
              <a:gd name="adj" fmla="val 36004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854273" y="5026462"/>
            <a:ext cx="26967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491377" y="4753808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Phased Launch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491377" y="5120283"/>
            <a:ext cx="7023140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Initiate with a free basic version to attract a broad user base, progressively introducing premium features for advanced users.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9483" y="5958602"/>
            <a:ext cx="719376" cy="1242060"/>
          </a:xfrm>
          <a:prstGeom prst="roundRect">
            <a:avLst>
              <a:gd name="adj" fmla="val 36004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854273" y="6411039"/>
            <a:ext cx="26967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491377" y="6138386"/>
            <a:ext cx="2347555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Iterative Improvement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491377" y="6504861"/>
            <a:ext cx="7023140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Continuously evolve Cloud Buddy based on user analytics and community suggestions to ensure relevance and excellence.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259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We Believe in Cloud Buddy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83681"/>
            <a:ext cx="7556421" cy="4419838"/>
          </a:xfrm>
          <a:prstGeom prst="roundRect">
            <a:avLst>
              <a:gd name="adj" fmla="val 4619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2"/>
          <p:cNvSpPr/>
          <p:nvPr/>
        </p:nvSpPr>
        <p:spPr>
          <a:xfrm>
            <a:off x="6280190" y="2783681"/>
            <a:ext cx="3778210" cy="2749987"/>
          </a:xfrm>
          <a:prstGeom prst="roundRect">
            <a:avLst>
              <a:gd name="adj" fmla="val 74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507004" y="3010495"/>
            <a:ext cx="3224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Youth-Centric Solutions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07004" y="3500914"/>
            <a:ext cx="33245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Young people crave intuitive, rapid, and dependable tools that seamlessly integrate into their dynamic lives.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058400" y="2783681"/>
            <a:ext cx="3778210" cy="2749987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10058400" y="2783681"/>
            <a:ext cx="30480" cy="2749987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285214" y="3010495"/>
            <a:ext cx="332458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Future-Proof Technology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285214" y="3855244"/>
            <a:ext cx="33245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technology is not just a trend; it's the foundational future of digital interaction, making our vision achievable.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33668"/>
            <a:ext cx="7556421" cy="1669852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6280190" y="5533668"/>
            <a:ext cx="7556421" cy="3048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507004" y="5760482"/>
            <a:ext cx="39749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Personalised Problem Solving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7004" y="6250900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passion stems from addressing real, daily challenges that we, as young individuals, experience firsthand.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8878"/>
            <a:ext cx="6284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Join Us on This Journey!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 part of a community building the future of digital interaction.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752</Words>
  <Application>Microsoft Office PowerPoint</Application>
  <PresentationFormat>Personalizzato</PresentationFormat>
  <Paragraphs>72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Instrument Sans Medium</vt:lpstr>
      <vt:lpstr>Arial</vt:lpstr>
      <vt:lpstr>Instrument Sans Semi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Salvatore Scaringella</dc:creator>
  <cp:lastModifiedBy>Salvatore Scaringella</cp:lastModifiedBy>
  <cp:revision>2</cp:revision>
  <dcterms:created xsi:type="dcterms:W3CDTF">2026-02-13T16:21:28Z</dcterms:created>
  <dcterms:modified xsi:type="dcterms:W3CDTF">2026-02-16T13:15:13Z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2026-02-13T16:22:33Z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d02caafd-d7d6-4ef9-970b-9350c6790fba</vt:lpwstr>
  </property>
  <property fmtid="{D5CDD505-2E9C-101B-9397-08002B2CF9AE}" pid="7" name="MSIP_Label_defa4170-0d19-0005-0004-bc88714345d2_ActionId">
    <vt:lpwstr>4021e4d8-97cc-419e-9dd2-7f774416722a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