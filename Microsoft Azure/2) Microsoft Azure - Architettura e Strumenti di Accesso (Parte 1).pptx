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Architettura e strumenti di accesso - Parte 1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3C6E"/>
                </a:solidFill>
                <a:latin typeface="Segoe UI"/>
              </a:rPr>
              <a:t>Architettura e strumenti di accesso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Corso Cloud Specialist - ITS 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5120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1A3C6E"/>
                </a:solidFill>
                <a:latin typeface="Segoe UI"/>
              </a:rPr>
              <a:t>Agenda (4 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29052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Tenant, subscription e piano gratuito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Risorse, wizard di creazione, resource group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Regioni e zone di disponibilità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Azure Resource Manager (ARM)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Portale e Azure CLI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Marketplace, tipi di risorse, IaaS/PaaS/SaaS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Tenant, Subscription e piano gratuito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Cos'è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74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Nel nostro caso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13990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Tenant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13990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L'organizzazione su Azure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7447" y="13990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ITS ICT Piemonte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18562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Subscription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8562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Fatturazione e limiti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447" y="18562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for 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23134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Resource Group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247" y="23134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Contenitore logico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7447" y="23134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Lo creiamo noi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047" y="27706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Risorsa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4247" y="27706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Il servizio (VM, DB...)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67447" y="27706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Lo creiamo noi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1927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Azure for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97122"/>
            <a:ext cx="9966960" cy="244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100 $ di credito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accesso a servizi gratuiti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Alcuni gratuiti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12 mesi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(VM, storage, database)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Altri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always free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 rinnovo mensile (App Service, Functions)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Controllate i costi nella sezione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"Cost Management"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Come trovare tenant e subscription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17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Apriamo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portal.azure.com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alto a destra, icona utente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"Switch directory"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ecco il nostro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tenant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(ITS ICT Piemonte)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Nella barra di ricerca cerchiamo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"Subscriptions"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Troviamo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for Students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notiamo nome, ID, stato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Clicchiamo sulla subscription per vedere credito residuo e limiti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Cerchiamo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"Free services"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vedere la lista dei servizi gratuiti inclusi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Risorse e UI uniforme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01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In Azure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tutto è una risorsa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VM, database, storage, rete, resource group.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UI del portale è sempre la stessa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ogni tipo di risorsa: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867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867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243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Creare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243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Basics (nome, regione, RG) → Tab (default OK) → Review + Create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39928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Elencare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39928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Sezione dedicata o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"All resources"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445008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Dettaglio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445008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Click sulla risorsa → Overview, Settings,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511860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Cancellare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511860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Pulsante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Delete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nella barra superiore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Resource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resource group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è la risorsa più semplice ma anche la più fondamentale.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Contenitore logico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che raggruppa risorse correlate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Ogni risorsa deve stare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esattamente un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resource group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Ha un nome e una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regione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(dove Azure salva i metadati)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Le risorse al suo interno possono stare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regioni diverse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3476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Convenzione di nome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3476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933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rg-progetto-ambiente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933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rg-webapp-prod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4391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rg-progetto-dev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4391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rg-webapp-dev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9792"/>
            <a:ext cx="9966960" cy="632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Cancellare un resource group = cancellare tutto ciò che contiene.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Come creare un Resource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Cerchiamo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"Resource groups"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nella barra di ricerca del portale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Clicchiamo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"+ Create"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Basics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subscription, nome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rg-demo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regione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Italy North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Notiamo i tab del wizard: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Tags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poi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Review + create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- lo stesso pattern di sempre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Clicchiamo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"Review + create"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→ controlliamo il riepilogo →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"Create"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Apriamo il resource group: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Overview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(vuoto),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Activity Log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Tags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Notiamo come la UI è identica a quella di qualsiasi altra risorsa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Regioni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un'area geografica con uno o più data center.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Caratteristica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Dettaglio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Quante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Oltre 60 nel mondo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In Italia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Italy North (Milano)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Scelta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Vicinanza, conformità, costi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7592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Recommended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maggior parte dei servizi, zone di disponibilità (es. Italy North)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Alternate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gamma più limitata, per esigenze specifiche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Zone di disponibilità (Availability Zones)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Data center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fisicamente separati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dentro una stessa regione.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65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Regione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65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Zone disponibili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11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Con AZ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(es. Italy North)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11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Zone 1, 2, 3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3573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Senza 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3573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Nessuna zona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21912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Creando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3 VM in zone diverse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si ottiene ridondanza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wizard VM: "Availability options" per scegliere la zona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Come esplorare regioni e zone nel wizard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658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Iniziamo a creare una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Virtual Machine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(non la completiamo)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Nella sezione "Region", apriamo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menu a tendina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scorriamo per vedere quante regioni esistono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Scegliamo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Italy North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 "Availability options" selezioniamo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"Availability zone"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compaiono le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3 zone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Proviamo a cambiare regione e notiamo come alcune non offrono zone di disponibilità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Guardiamo i tab del wizard: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Disks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Networking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Management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... tutti con default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Arriviamo 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"Review + create"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vediamo il riepilogo, poi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annulliamo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Resource Manager (ARM)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ARM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livello di gestione centrale: ogni operazione passa da qui.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Strumento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Passa da ARM?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Portale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CLI / PowerShell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SDK / API 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7592"/>
            <a:ext cx="9966960" cy="145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"Review + create"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c'è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"Download a template for automation"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file JSON con tutti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parametri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della risorsa, per ricrearla in modo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programmatico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Strumenti di accesso: portale e 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Portale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9682"/>
            <a:ext cx="9966960" cy="1394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Interfaccia web: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portal.azure.com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Ideale per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esplorare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imparare, operazioni manuali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Tutto si fa con click, no codice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2270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Azure CLI (</a:t>
            </a:r>
            <a:r>
              <a:rPr sz="3000" b="0" i="0">
                <a:solidFill>
                  <a:srgbClr val="C0392B"/>
                </a:solidFill>
                <a:latin typeface="Consolas"/>
              </a:rPr>
              <a:t>az</a:t>
            </a:r>
            <a:r>
              <a:rPr sz="3000" b="0" i="0">
                <a:solidFill>
                  <a:srgbClr val="C0392B"/>
                </a:solidFill>
                <a:latin typeface="Segoe U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00552"/>
            <a:ext cx="9966960" cy="97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Strumento a riga di comando, si usa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PowerShell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o nel terminale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Comandi strutturati in modo gerarchico, si esplorano con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--help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42844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Comando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42844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mostra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47416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az --help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47416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Lista dei gruppi di comandi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519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az vm --help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519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Comandi per le VM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565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az vm create --help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565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Parametri per creare una VM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Come usare la CLI di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394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Apriamo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Cloud Shell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nel portale (icona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&gt;_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in alto)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Scegliamo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Bash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Proviamo i comandi di help: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24485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--help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group --help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28770"/>
            <a:ext cx="9966960" cy="55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Creiamo un resource group da CLI: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5247" y="3593590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group create --name rg-demo-cli --location italynorth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64149"/>
            <a:ext cx="9966960" cy="55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Elenchiamo i resource group: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247" y="4728969"/>
            <a:ext cx="9601200" cy="579119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group list --output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9528"/>
            <a:ext cx="996696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Lo vediamo anche nel portale: stessa risorsa, creata da CLI anziché dalla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Marketplace e tipi di risorse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9682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Catalogo di risorse e soluzioni: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Microsoft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terze parti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"Create a resource"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apre il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1160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Le tre macro-categorie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4894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Categoria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34894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fa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7447" y="34894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39466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Compute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39466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Esegue codice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447" y="39466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VM, App Service, Functions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44038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247" y="44038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Connette risorse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7447" y="44038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Virtual Network, Load Balancer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047" y="50723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4247" y="50723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Conserva dati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67447" y="50723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Blob Storage, File Share,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32348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Ogni soluzione cloud combina compute, network e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IaaS, PaaS, SaaS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Tre modelli, diversi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livello di gestione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Modello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gestisci tu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Esempio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03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IaaS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2003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OS, runtime, app, dati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2003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Virtual Machine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460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PaaS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2460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Solo app e dati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2460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App Service, SQL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2917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SaaS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2917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Solo i dati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2917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365, Outlook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66592"/>
            <a:ext cx="9966960" cy="272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PaaS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modello più importante: non gestisci server, OS o aggiornamenti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Ti concentri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codice e dati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scaling, patching e HA sono automatici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Esempio: carichi il codice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 Service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il sito è online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Concetto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ricordare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Tenant / Subscription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Organizzazione + fatturazione (100 $)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Risorse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Tutto è una risorsa, UI e wizard uniformi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5247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5247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Contenitore logico, cancellarlo cancella tutto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3193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Regioni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3193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60+, Italy North a Milano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6504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Availability Zones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6504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Fino a 3 zone per ridondanza fisica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047" y="4107688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4107688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Ogni operazione passa da qui, template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1047" y="47762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Portale / CLI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47762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Due modi, stesso risultato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1047" y="52334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Marketplace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52334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Catalogo risorse Microsoft e terze parti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1047" y="56906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IaaS / PaaS / SaaS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56906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 = focus su codice e dati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