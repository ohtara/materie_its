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DevOps, IaC, Monitoraggio e Cost Management - PT1: Infrastructure as Code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Descrivere l'infrastruttura con il codice, con Terraform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Cos'è l'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Infrastructure as Code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(IaC)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ARM, Bicep, Terraform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tre modi per la stessa cosa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HashiCorp, licenza,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OpenTofu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alternative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Provider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documentazione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ciclo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init → plan → apply → destroy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stato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tfstate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 e 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backend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(locale vs Storage Account)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Variabili, output, dipendenze, moduli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Data source (sola lettura), modifiche 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destroy + recreate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Autenticazione ad Azure e uso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Cos'è l'Infrastructure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2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Descrivere l'infrastruttura (reti, VM, storage, permessi)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file di testo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invece di crearla a mano dal portale.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Ripetibile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lo stesso codice ricrea lo stesso ambiente, uguale ogni volta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Versionabile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sta su Git, con storia e revisioni come il software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Rivedibile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si legge in una pull request prima di applicarlo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Documentato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codice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è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documentazione di ciò che esiste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"click nel portale" va bene per imparare; non va bene per ricreare 50 volte lo stesso ambiente senza errori.”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ARM/Bicep a Terraform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Nel portale (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Export template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 la stessa risorsa si può descrivere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Bicep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(JSON)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Bicep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sono nativi di Azure: si inviano ad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Resource Manager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che li esegue come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(dal portale o con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 deployment group create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 Valgono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solo su Azure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già visti a parte.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(HCL)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multi-cloud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ha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proprio.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“Qui il focus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Terraform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6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Dichiarativo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descrivi lo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stato desiderato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i passaggi. Terraform calcola come arrivarci.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Multi-cloud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stesso strumento e stesso linguaggio (HCL) per provider diversi.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Leggibile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HCL è più asciutto del JSON di ARM.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Stato esplicito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Terraform sa cosa ha creato e cosa deve cambiare.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Ecosistema enorme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migliaia di provider e moduli pronti.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“Dichiarativo vuol dire: tu scrivi "voglio un Resource Group chiamato X"; se esiste già, Terraform non fa nulla.”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HashiCorp, licenza e alternative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nato open source (licenza MPL), sviluppato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HashiCorp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Agosto 2023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HashiCorp cambia licenza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BSL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(Business Source License) — non più pienamente open source.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community reagisce con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fork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OpenTofu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open source, ora sotto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Linux Foundation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2024-2025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IBM acquisisce HashiCorp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Alternativa diversa: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Pulumi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stessa idea (IaC) ma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linguaggi di programmazione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veri (Python, TypeScript, Go, C#).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OpenTofu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fork open source compatibile di Terraform.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Pulumi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IaC con linguaggi general-purpose.”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6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Terraform da solo non sa nulla di Azure: usa 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provider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un plugin verso le API del cloud.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trovano nel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Terraform Registry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registry.terraform.io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Tre livelli di affidabilità: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Official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mantenuti da HashiCorp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Partner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mantenuti dal vendor stesso (es. Microsoft, come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azuredevops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Community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mantenuti da terzi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421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421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 cosa 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4670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4670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risorse Azure (il nostro)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5127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5127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Amazon Web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5584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google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5584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Google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documentazione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3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La fonte è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Registry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del provider (es.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registry.terraform.io/providers/hashicorp/azurerm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Per ogni provider trovi due tipi di pagine: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Resources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azurerm_resource_group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): oggetti che Terraform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crea e gestisce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Data Sources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azurerm_resource_group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come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data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): oggetti esistenti che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legge soltanto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In ogni pagina: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Example Usage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uno snippet pronto da copiare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Arguments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cosa puoi impostare (input)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Attributes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cosa ottieni dopo la creazione (output, es. l'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“Il 90% del lavoro è: cercare la risorsa nel Registry, copiare l'esempio, adattarlo.”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ciclo di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Quattro comandi, sempre gli stessi: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46352"/>
            <a:ext cx="9601200" cy="1645914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scrivi il codice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-&gt; terraform init      (prepara la cartella)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-&gt; terraform plan      (mostra cosa cambierebbe)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-&gt; terraform apply     (applica davvero)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...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-&gt; terraform destroy   (rimuove tutto)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83706"/>
            <a:ext cx="9966960" cy="247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init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una volta (e quando aggiungi provider/moduli)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plan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ogni volta che cambi il codice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destroy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quando l'ambiente non serve più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“Regola d'oro: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leggi sempre il `plan`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prima di fare </a:t>
            </a:r>
            <a:r>
              <a:rPr sz="2400" b="0" i="0">
                <a:solidFill>
                  <a:srgbClr val="666666"/>
                </a:solidFill>
                <a:latin typeface="Consolas"/>
              </a:rPr>
              <a:t>apply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terraform init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8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Prepara la cartella di lavoro. È il primo comando da lanciare.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Scarica i provider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dichiarati (es.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azurerm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 nella cartella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.terraform/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Crea il file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`.terraform.lock.hcl`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blocca le versioni dei provider (riproducibilità)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Inizializza il backend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(dove verrà salvato lo stato)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4137152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07711"/>
            <a:ext cx="996696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“Si rilancia quando aggiungi un provider nuovo, cambi versione o cambi backend.”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terraform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57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Mostra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cosa succederebbe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applicando il codice.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cambia nulla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davvero.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Confronta tre cose: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codice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realtà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Azure.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Simboli da leggere nel plan: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3425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Simbolo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3425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Significato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883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883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risorsa da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creare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4340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~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4340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risorsa da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modificare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4797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4797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risorsa da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distruggere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5254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-/+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5254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distruggi e ricrea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(replacement)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terraform apply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94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Applica davvero le modifiche. Prima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rimostra il plan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chiede conferma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yes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800352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70911"/>
            <a:ext cx="9966960" cy="632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Apply parziale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applica solo una risorsa (utile per test/debug):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3011931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apply -target=azurerm_resource_group.rg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82490"/>
            <a:ext cx="9966960" cy="632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Senza conferma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per script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CI/CD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(nessuno digita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yes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247" y="4223510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apply -auto-approve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4069"/>
            <a:ext cx="99669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</a:t>
            </a:r>
            <a:r>
              <a:rPr sz="2000" b="0" i="0">
                <a:solidFill>
                  <a:srgbClr val="666666"/>
                </a:solidFill>
                <a:latin typeface="Consolas"/>
              </a:rPr>
              <a:t>-target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è comodo ma è un'eccezione: normalmente si applica tutto insieme. </a:t>
            </a:r>
            <a:r>
              <a:rPr sz="2000" b="0" i="0">
                <a:solidFill>
                  <a:srgbClr val="666666"/>
                </a:solidFill>
                <a:latin typeface="Consolas"/>
              </a:rPr>
              <a:t>-auto-approve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solo dove sei sicuro (pipeline).”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terraform destroy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Rimuove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tutte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 risorse gestite da questo codice/stato.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927352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97911"/>
            <a:ext cx="9966960" cy="323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Chiede conferma come l'apply (o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-auto-approve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Distrugge solo ciò che Terraform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gestisce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(ciò che è nello stato), non tutto il resto della subscription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aula/lab: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sempre `destroy` a fine sessione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per non lasciare costi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“È l'equivalente ordinato di "Delete resource group", ma tracciato nel codice e nello stato.”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Lo stato: terraform.tfstate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9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È il file (JSON) in cui Terraform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tiene traccia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di ciò che ha creato.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Mappa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codice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azurerm_resource_group.rg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 alla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risorsa reale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su Azure (il suo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È così che Terraform sa cosa esiste già e cosa cambiare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Al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plan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/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apply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confronta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stato e realtà: se qualcuno ha modificato a mano nel portale, rileva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drift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(differenza)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“Regole importanti:”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“- lo stato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non si modifica a mano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”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“- lo stato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non si mette su Git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(può contenere segreti, es. password)”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Backend: dove vive lo stato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backend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decide dove è salvato il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tfstate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5463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Locale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(default)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5463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Remoto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(es. Storage Account)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2148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2148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sul tuo disco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2148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Blob in un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Azure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88340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88340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una persona sola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88340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sì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: impedisce due apply in contemporanea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Rischio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perdi il file, perdi lo stato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4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centralizzato e sicuro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5247" y="4769104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backend "local"   { path = "terraform.tfstate" }   # in aula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backend "azurerm" { ... }                           # in team: state su Storage Account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struttura del codice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convenzione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(non è obbligo) il codice si divide in file: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Contiene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main.tf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 e risorse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variables.tf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le variabili di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outputs.tf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 valori da esporre in uscita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759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(più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terraform.tfvars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 i valori, spesso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non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Git). Terraform legge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tutti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.tf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5247" y="4833112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resource "azurerm_resource_group" "rg"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name     = var.resource_group_name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location = var.location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Variabili 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Variabili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input parametrizzati (così lo stesso codice serve per dev, test, prod):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927352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variable "location"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type    = string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default = "italynorth"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37988"/>
            <a:ext cx="9966960" cy="163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Uso nel codice: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var.location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Valori da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terraform.tfvars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riga di comando o variabili d'ambiente.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Output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valori che vuoi vedere/riusare dopo l'apply: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4782308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output "resource_group_id"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value = azurerm_resource_group.rg.id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Dipendenze: dirette e indirette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1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Terraform capisce da solo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l'ordine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cui creare le risorse, costruendo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grafo delle dipendenze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Dipendenza indiretta (implicita)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nasce quando una risorsa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riferisce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un'altra: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86715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resource "azurerm_storage_account" "st"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resource_group_name = azurerm_resource_group.rg.name  # dipende dal RG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64429"/>
            <a:ext cx="9966960" cy="201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Terraform vede il riferimento e crea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il Resource Group.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Dipendenza diretta (esplicita)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quando non c'è un riferimento ma l'ordine conta lo stesso: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5889749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depends_on = [azurerm_role_assignment.ra]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Data source: leggere senza gestire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A volte serve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riferire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una risorsa che esiste già,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senza crearla né distruggerla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resource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Terraform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crea e la gestisce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(la può distruggere)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data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Terraform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legge soltanto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(sola lettura)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273552"/>
            <a:ext cx="9601200" cy="2072632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data "azurerm_resource_group" "esistente"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name = "rg-condiviso"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resource "azurerm_storage_account" "st"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resource_group_name = data.azurerm_resource_group.esistente.name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location            = data.azurerm_resource_group.esistente.location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Modifiche: in place o distruggi e ricrea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12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Quando cambi un valore, Terraform sceglie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applicarlo: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Update in place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~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): alcune proprietà si cambiano senza ricreare (es. i tag)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Destroy + recreate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-/+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): certe proprietà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immutabili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(es.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); per cambiarle serve distruggere e ricreare la risorsa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Il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plan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lo segnala con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-/+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la scritta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`forces replacement`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Moduli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8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modulo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 gruppo di risorse riutilizzabile: una "funzione" dell'infrastruttura.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Eviti di riscrivere le stesse risorse per ogni ambiente (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Ha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input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(variabili)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output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come una funzione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cartella in cui lavori è già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root module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puoi richiamarne altri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4137152"/>
            <a:ext cx="9601200" cy="1645914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module "rete"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source   = "./modules/network"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vnet_cidr = "10.0.0.0/16"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subnet_id = module.rete.subnet_id   # usa un output del modulo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Autenticazione ad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94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Terraform usa 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stesse credenziali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della Azure CLI: prima ti autentichi, poi lanci Terraform.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80035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login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$env:ARM_SUBSCRIPTION_ID = (az account show --query id -o tsv)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84270"/>
            <a:ext cx="9966960" cy="202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 login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apre il browser e autentica l'utente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ARM_SUBSCRIPTION_ID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dice al provider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su quale subscription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lavorare (obbligatorio con azurerm v4)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comando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$env:...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va nel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terminale PowerShell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non nei file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.tf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e vale per quella sessione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4622290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provider "azurerm"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features {}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19567"/>
            <a:ext cx="99669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“In CI si usa invece 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Service Principal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(identità applicativa) con le sue variabili, non </a:t>
            </a:r>
            <a:r>
              <a:rPr sz="2000" b="0" i="0">
                <a:solidFill>
                  <a:srgbClr val="666666"/>
                </a:solidFill>
                <a:latin typeface="Consolas"/>
              </a:rPr>
              <a:t>az login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interattivo.”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2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IaC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l'infrastruttura come codice → ripetibile, versionabile su Git, rivedibile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ARM/Bicep/Terraform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ARM è il JSON nativo, Bicep lo semplifica (solo Azure),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è multi-cloud con stato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Provider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plugin verso il cloud (azurerm), dal Registry; official/partner/community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Ciclo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init → plan → apply → destroy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; leggi sempre il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plan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Stato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tfstate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): mappa codice↔realtà; backend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locale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(solo) 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Storage Account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(team, con lock)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Codice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main/variables/outputs, dipendenze implicite, data source (sola lettura), moduli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-auto-approve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; autenticazione con Service Principal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“Terraform non sostituisce il capire Azure: lo rende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ripetibile e tracciabile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Un esempio completo: dal codice al Resource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239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Il Terraform più piccolo possibile: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solo un Resource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stato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locale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cartella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terraform/azure-bad-14-terraform-lab/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Dopo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 login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la copia di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terraform.tfvars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(tenant_id, subscription_id):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97967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cd terraform/azure-bad-14-terraform-lab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init &amp;&amp; terraform plan &amp;&amp; terraform apply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terraform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6949"/>
            <a:ext cx="9966960" cy="145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Da notare: compare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terraform.tfstate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un secondo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plan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"No changes"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cambiando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RG il plan mostra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`-/+`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