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DevOps, IaC, Monitoraggio e Cost Management - PT3: Monitoraggio, automazione, cost management e framework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Monitoraggio, automazione, costi 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Tenere sotto controllo ciò che gira su Azure e governarne costi e qualità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5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Monitoraggio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Azure Monitor, Log Analytics, Application Insights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Osservabilità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metriche, query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KQL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dashboard e workbook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Alerting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action group e regole di avviso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Automation Account, runbook, Update Management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 Management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budget, analisi costi, ottimizzazione (RI/Savings)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Framework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Cloud Adoption Framework e Well-Architected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monitorare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non misuri, non sai se un servizio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sano, lento o rotto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monitoraggio serve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vedere in tempo reale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ricostruire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cosa è successo.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Tre livelli: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metriche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(numeri),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(eventi),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alert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(avvisi).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Obiettivo: accorgersi dei problemi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prima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degli utenti.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la base dell'affidabilità: gestire ciò che si vede, non ciò che si immagina.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Monitor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la piattaforma unica di monitoraggio di Azure.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Raccoglie due tipi di dati: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Metriche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valori numerici nel tempo (CPU, richieste, latenza)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eventi ed elementi testuali dettagliati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 qui partono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dashboard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alert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analisi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"cruscotto" trasversale su tutte le risorse.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Log Analytics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contenitore dei 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un database dove confluiscono i dati diagnostici.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risorse ci mandano i log tramite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diagnostic settings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interroga con il linguaggio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KQL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(Kusto Query Language).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solo workspace può raccogliere log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molte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risorse (vista centralizzata).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la base per query, dashboard e indagini (postmortem).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Interrogare i log con KQL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AzureActivity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| where OperationNameValue contains "delete"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| take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39109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KQL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legge i dati del workspace come una grande tabella.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filtra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where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), si ordina, si aggrega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summarize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), si limita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take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indagare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("chi ha cancellato cosa e quando").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stesse query alimentano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dashboard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alert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Application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monitoraggio specifico delle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applicazioni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Raccoglie telemetria: richieste, tempi di risposta, errori, dipendenze.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Aiuta a capire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perché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un'app è lenta o fallisce, non solo che è giù.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appoggia allo stesso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 Analytics workspace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(dati interrogabili in KQL).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lo strumento del punto di vista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dell'applicazione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Metriche, dashboard e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Metriche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grafici quasi in tempo reale (CPU, transazioni, latenza).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Dashboard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pannelli che raccolgono grafici e query in un colpo d'occhio.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Workbook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report interattivi che uniscono testo, metriche e query KQL.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Servono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comunicare lo stato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 team diversi (tecnici e non).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Stesso dato, viste diverse a seconda di chi guarda.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Alerting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alert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avvisa quando qualcosa supera una soglia o cambia stato.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Due pezzi: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Regola di alert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la condizione (es. transazioni &gt; 1000, CPU &gt; 80%)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Action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cosa fare (email, SMS, webhook, chiamata a una funzione)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reagire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senza guardare i grafici tutto il giorno.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buon alert è mirato: né troppo rumore, né silenzio sui problemi veri.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Diagnostic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Sono l'impostazione che dice a una risorsa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dove mandare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 suoi log e metriche.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Destinazioni tipiche: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 Analytics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(per KQL), Storage (archiviazione), Event Hub.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Senza diagnostic setting, molti log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vengono conservati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"rubinetto" che collega la risorsa al sistema di monitoraggio.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Vanno configurati sulle risorse che vuoi davvero osservare.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Automazione: Automation Account e runbook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Automation Account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servizio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automatizzare operazioni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ripetitive.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runbook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uno script (es. PowerShell) che esegue un'attività.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Esempi: spegnere VM di notte, pulire risorse, generare report.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runbook possono partire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orari programmati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evento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(webhook).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Meno operazioni manuali = meno errori e più costanza.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Update Management e operatività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Update Management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tiene aggiornati i sistemi (patch di sicurezza) in modo centralizzato.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Fa parte dell'automazione operativa: aggiornare, controllare, correggere.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Riduce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deriva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le vulnerabilità note su molte macchine insieme.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L'idea di fondo: le attività operative ripetitive si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automatizzano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si fanno a mano.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Cost Management: tenere d'occhio la spesa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 Management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mostra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quanto spendi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per risorsa, servizio e periodo.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budget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fissa una soglia di spesa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avvisa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quando ti avvicini o la superi.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(progetto, ambiente, centro di costo) permettono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attribuire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 costi.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Chargeback/showback: far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vedere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addebitare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 costi a chi li genera.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a evitare sorprese in bolletta e a responsabilizzare i team.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Ottimizzare i costi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Right-sizing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usare la taglia giusta, non sovradimensionare "per sicurezza".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Reserved Instances / Savings Plans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prenotare capacità stabile a prezzo scontato.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Spegnere ciò che non serve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ambienti di test fuori orario, risorse orfane.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Serverless / consumo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dove il carico è sporadico.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costo è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scelta di design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solo una voce da pagare.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Cloud Adoption Framework (CAF)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guida di Microsoft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adottare il cloud in modo ordinato.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Copre l'intero percorso: strategia, piano,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governance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gestione.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Dà buone pratiche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naming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tagging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organizzazione delle risorse.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è un prodotto: è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metodo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non improvvisare.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Risponde a: "come porto un'azienda nel cloud senza fare disastri?".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Well-Architected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4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Cinque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pillar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per valutare la qualità di un'architettura: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Affidabilità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regge ai guasti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Sicurezza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protegge dati e accessi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Ottimizzazione dei costi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spende il giusto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Eccellenza operativa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si monitora e si automatizza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Efficienza delle prestazioni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scala bene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Si usa come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checklist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per rivedere le proprie scelte.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Nessuna architettura è perfetta: si bilanciano i pillar sul contesto.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portare a casa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Monitorare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metriche + log + alert: vedere e ricostruire, prima degli utenti.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Log Analytics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+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KQL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l'osservabilità;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Insights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le app.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(runbook, Update Management) per le operazioni ripetitive.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Cost Management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budget, tag e ottimizzazione → nessuna sorpresa in bolletta.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CAF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Well-Architected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metodi per governare qualità e costi con criterio.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