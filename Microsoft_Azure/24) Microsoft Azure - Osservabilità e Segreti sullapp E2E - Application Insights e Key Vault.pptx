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azure/azure-monitor/app/monitor-functions" TargetMode="External"/><Relationship Id="rId3" Type="http://schemas.openxmlformats.org/officeDocument/2006/relationships/hyperlink" Target="https://learn.microsoft.com/azure/data-explorer/kusto/query/" TargetMode="External"/><Relationship Id="rId4" Type="http://schemas.openxmlformats.org/officeDocument/2006/relationships/hyperlink" Target="https://learn.microsoft.com/azure/key-vault/secrets/quick-create-portal" TargetMode="External"/><Relationship Id="rId5" Type="http://schemas.openxmlformats.org/officeDocument/2006/relationships/hyperlink" Target="https://learn.microsoft.com/azure/app-service/app-service-key-vault-references" TargetMode="External"/><Relationship Id="rId6" Type="http://schemas.openxmlformats.org/officeDocument/2006/relationships/hyperlink" Target="https://learn.microsoft.com/azure/app-service/overview-managed-identit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Osservabilità e segreti sull'app E2E: Application Insights e Key Vault (2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Osservabilità e segreti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A partire dall'applicazione end-to-end già costruita: ora la sappiamo osservare e le mettiamo i segreti al sicuro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dove partiamo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Riprendiamo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l'applicazione della scorsa esercitazione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frontend containerizzato, Function App con i binding, dati su Cosmos DB. Funziona, ma ha due debolezze tipiche di una cosa fatta di corsa: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la osserviamo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qualcosa va storto, non c'è un posto dove guardare.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La connection string di Cosmos è in chiaro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negli app settings della Function.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“Oggi sistemiamo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solo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questi due punti. Non si ricostruisce niente: si aggiunge sopra a ciò che c'è già.”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Cosa aggiungiamo (sopra l'app di ieri)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1673352"/>
            <a:ext cx="9601200" cy="1432555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Application Insights  &lt;--- telemetria + log ----  Function App  ----&gt;  Cosmos DB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(osservabilità)                                       |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                                     | legge il segreto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                                     v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                          Key Vault (connection string)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97347"/>
            <a:ext cx="9966960" cy="313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Blocco A - Osservabilità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colleghiamo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Insights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alla Function App.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Blocco B - Segreti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la connection string di Cosmos va nel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 Vault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la Function la legge con la sua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identità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“Due blocchi indipendenti. Fateli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 ordine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e provate ciascuno prima di passare all'altro.”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Blocco A - Passo 1: collegare Application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234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Insights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servizio che raccoglie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telemetria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dell'app: richieste, dipendenze, errori, tempi.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 App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menu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Insights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collegatela (o createla) e confermate.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 CLI, in alternativa: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92887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monitor app-insights component create -g &lt;rg&gt; -a &lt;nome-appinsights&gt; -l &lt;region&gt; --workspace &lt;log-analytics&gt;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functionapp update -g &lt;rg&gt; -n &lt;function-app&gt; --set siteConfig.appSettings ...  # oppure dal portale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12790"/>
            <a:ext cx="9966960" cy="140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“Da quando è collegato, il runtime manda la telemetria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 solo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: non si tocca il codice per avere richieste ed errori.”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Blocco A - Passo 2: due tipi di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Telemetria automatica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la mette il runtime senza codice. Sono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richieste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(chi ha chiamato, con che esito),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dipendenze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eccezioni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tempi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Log applicativi (vostri)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quelli che scrivete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voi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nel codice, per raccontare cosa succede dentro la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09575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// dentro la function, dopo aver creato l'item: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context.log(`CreaRichiesta: creata richiesta categoria='${item.categoria}' id='${item.id}'`);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9670"/>
            <a:ext cx="9966960" cy="140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“Automatico = </a:t>
            </a:r>
            <a:r>
              <a:rPr sz="2400" b="0" i="1">
                <a:solidFill>
                  <a:srgbClr val="666666"/>
                </a:solidFill>
                <a:latin typeface="Segoe UI"/>
              </a:rPr>
              <a:t>"la function è stata chiamata e ha risposto 201"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 Applicativo = </a:t>
            </a:r>
            <a:r>
              <a:rPr sz="2400" b="0" i="1">
                <a:solidFill>
                  <a:srgbClr val="666666"/>
                </a:solidFill>
                <a:latin typeface="Segoe UI"/>
              </a:rPr>
              <a:t>"ho creato la richiesta X di categoria Y"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Blocco A - Passo 3: guardare i dati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55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Generate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traffico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inviate qualche richiesta dal frontend e ricaricate l'elenco.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 Application Insights: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Live Metrics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le chiamate mentre accadono.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Failures / Performance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cosa è andato storto e quanto ci mette.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Logs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con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KQL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400552"/>
            <a:ext cx="9601200" cy="1859273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requests                                          // telemetria automatica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| where timestamp &gt; ago(1h)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| summarize count() by name, resultCode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traces                                            // i vostri log applicativi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| where timestamp &gt; ago(1h)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| where message startswith "CreaRichiesta" or message startswith "ListaRichieste"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51265"/>
            <a:ext cx="996696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</a:t>
            </a:r>
            <a:r>
              <a:rPr sz="2000" b="0" i="0">
                <a:solidFill>
                  <a:srgbClr val="666666"/>
                </a:solidFill>
                <a:latin typeface="Consolas"/>
              </a:rPr>
              <a:t>requests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vi dice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chi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ha chiamato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com'è andata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; </a:t>
            </a:r>
            <a:r>
              <a:rPr sz="2000" b="0" i="0">
                <a:solidFill>
                  <a:srgbClr val="666666"/>
                </a:solidFill>
                <a:latin typeface="Consolas"/>
              </a:rPr>
              <a:t>traces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vi dice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cosa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è successo dentro.”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Blocco B - Il problema dei segreti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Oggi la Function legge Cosmos tramite un'app setting con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connection string in chiaro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Chiunque veda la configurazione, vede la chiave del database. In produzione è inaccettabile.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il segreto sta nel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 Vault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; la Function non lo conosce, 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chiede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 runtime provando la sua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identità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959352"/>
            <a:ext cx="9601200" cy="1005837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App setting COSMOS_CONN = @Microsoft.KeyVault(SecretUri=.../secrets/cosmos-conn)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               |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Function (managed identity) --&gt; chiede il segreto --&gt; Key Vault --&gt; valore reale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56629"/>
            <a:ext cx="996696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“Il valore non è più nella configurazione: c'è solo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puntatore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al vault.”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Blocco B - Passo 1: vault, segreto, identità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Create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 Vault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metteteci il segreto con la connection string di Cosmos: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58267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keyvault create -g &lt;rg&gt; -n &lt;vault&gt; -l &lt;region&gt;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keyvault secret set --vault-name &lt;vault&gt; -n cosmos-conn --value "&lt;connection-string-di-cosmos&gt;"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66590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Date alla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 App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managed identity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(Function App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Identity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System assigned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5247" y="4375910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functionapp identity assign -g &lt;rg&gt; -n &lt;function-app&gt;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46469"/>
            <a:ext cx="996696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“La managed identity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chi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la Function presenta al vault. Senza, non ha un'identità da mostrare.”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Blocco B - Passo 2: dare il permesso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45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L'identità della Function deve poter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leggere i segreti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vault. Con un vault in modalità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RBAC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si assegna il ruolo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 Vault Secrets User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308352"/>
            <a:ext cx="9601200" cy="1859273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# principalId della managed identity della Function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PID=$(az functionapp identity show -g &lt;rg&gt; -n &lt;function-app&gt; --query principalId -o tsv)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role assignment create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--assignee "$PID"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--role "Key Vault Secrets User"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--scope $(az keyvault show -n &lt;vault&gt; --query id -o tsv)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59065"/>
            <a:ext cx="9966960" cy="188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Dal portale: Function App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Identity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role assignments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aggiungi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 Vault Secrets User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sul vault.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“È il passo che salta più spesso: identità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sì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, ma senza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ruolo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il vault risponde </a:t>
            </a:r>
            <a:r>
              <a:rPr sz="2400" b="0" i="1">
                <a:solidFill>
                  <a:srgbClr val="666666"/>
                </a:solidFill>
                <a:latin typeface="Segoe UI"/>
              </a:rPr>
              <a:t>accesso negato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Blocco B - Passo 3: il reference nell'app setting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Ora cambiate l'app setting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COSMOS_CONN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al posto del valore in chiaro,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 Vault reference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65887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functionapp config appsettings set -g &lt;rg&gt; -n &lt;function-app&gt;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--settings "COSMOS_CONN=@Microsoft.KeyVault(SecretUri=https://&lt;vault&gt;.vault.azure.net/secrets/cosmos-conn/)"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42790"/>
            <a:ext cx="9966960" cy="275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binding di Cosmos usa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la stessa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app setting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COSMOS_CONN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non cambia niente nel codice.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Cambia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solo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il valore: prima la stringa, ora il puntatore al vault.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“Il runtime risolve </a:t>
            </a:r>
            <a:r>
              <a:rPr sz="2400" b="0" i="0">
                <a:solidFill>
                  <a:srgbClr val="666666"/>
                </a:solidFill>
                <a:latin typeface="Consolas"/>
              </a:rPr>
              <a:t>@Microsoft.KeyVault(...)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e sostituisce il valore reale prima di passarlo al binding.”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Blocco B - Passo 4: restart e verifica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Dopo aver dato il permesso,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riavviate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la Function e aspettate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~1 minuto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il reference non risolve al primo colpo finché il permesso non è propagato.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963672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functionapp restart -g &lt;rg&gt; -n &lt;function-app&gt;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34231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Verificate 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stato del reference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nella Function App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Environment variables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la voce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COSMOS_CONN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deve risultare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Resolved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(spunta verde), non un errore.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“Se vedete errori 500 sulle function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prima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del restart, è normale: state guardando i tentativi fatti quando il permesso non era ancora attivo.”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Prova finale (tutto insieme)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20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Inviate una richiesta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dal frontend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Deve finire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 Cosmos DB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(verificate nel Data Explorer) → allora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segreto è stato risolto dal vault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Application Insights ritrovate: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richiesta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requests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(telemetria automatica),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vostro messaggio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traces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(log applicativo).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“Se l'app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scrive e legge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ma la connection string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è più in chiaro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, avete fatto centro: stessa app di prima, ma osservabile e con i segreti al sicuro.”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Usate la documentazione Microsoft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21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2"/>
              </a:rPr>
              <a:t>Application Insights per Azure Functions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3"/>
              </a:rPr>
              <a:t>Introduzione a KQL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4"/>
              </a:rPr>
              <a:t>Key Vault: creare vault e segreto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5"/>
              </a:rPr>
              <a:t>Key Vault references dagli app settings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6"/>
              </a:rPr>
              <a:t>Managed identity per App Service / Functions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Suggerimenti ed errori tipici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24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Reference "AccessDenied"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manca il ruolo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 Vault Secrets User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o non avete ancora fatto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restart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(attendete ~1 min per la propagazione).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SecretUri sbagliato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controllate nome del segreto e URL del vault, carattere per carattere.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Log applicativi assenti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il codice con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context.log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deve essere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davvero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quello pubblicato (ripubblicate la function).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Insights vuoto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manca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traffico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generatelo dal frontend e attendete qualche minuto.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“Regola per i segreti: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segreto nel vault → identità sulla Function → ruolo all'identità → restart → Resolved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