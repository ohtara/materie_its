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Compute su Azure: container, AKS e ottimizzazione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Compute su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Container, AKS e ottimizzazione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arriviamo ai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porta con sé sistema operativo e gestione completa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App Service riduce la gestione del server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container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impacchetta applicazione e dipendenze in modo ripetibile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problema diventa: dove faccio girare quel container?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Container: idea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container contiene app, runtime e dipendenze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parte da un'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immagine container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gira in modo più leggero di una VM completa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sostituisce sempre la VM: risponde a un modello diverso di distribuzione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Container Instances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Container Instances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esegue container singoli senza gestire server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adatto a prove rapide, job semplici o processi isolati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parti da un'immagine e Azure avvia il container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modo più diretto per eseguire un container su Azure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 Service for Containers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porta il modello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applicazioni containerizzate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utile quando hai una web app dentro un container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mantieni funzionalità come dominio, scaling e gestione piattaforma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un ponte tra PaaS web e mondo container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serve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i container diventano molti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servono replica, aggiornamenti controllati e self-healing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l'app è composta da più servizi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Kubernetes organizza container su un cluster di nodi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AKS: Kubernetes gestito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Azure Kubernetes Service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gestisce il piano di controllo Kubernetes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tu gestisci nodi, workload, networking e aggiornamenti applicativi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sotto ci sono VM, ma non le tratti come VM singole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Node pool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node pool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 gruppo di nodi con caratteristiche simili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nodi sono le macchine su cui girano i pod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puoi avere pool diversi per workload diversi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scegliere i nodi significa scegliere costo e capacità del cluster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Network in 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pod devono comunicare tra loro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alcuni servizi devono essere raggiunti dall'esterno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entrano in gioco rete del cluster, servizi e ingress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tornano concetti già visti: subnet, IP, bilanciamento, sicurezza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Aggiornamenti in 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cluster va aggiornato nel tempo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aggiornano Kubernetes, nodi e applicazioni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gli aggiornamenti vanno pianificati per ridurre interruzioni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AKS semplifica, ma non elimina la responsabilità operativa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ACI, App Service for Containers, 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 devo...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Scelta naturale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eseguire un container singolo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Container Instances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pubblicare una web app containerizzata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 for 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orchestrare molti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dipende da complessità e responsabilità operativa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Ottimizzazione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55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scegli il servizio più semplice che risolve il problema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spegni o riduci ciò che non serve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usa scaling quando il carico cambia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misura prima di aumentare risorse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collega sempre prestazioni, disponibilità e costo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 del blocco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controllo completo dell'OS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VM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web app o API gestita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codice a evento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container singolo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Container Instances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orchestrazione container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guardare nel portale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Container instances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container singoli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App Services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web app anche containerizzate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Kubernetes services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cluster AKS, node pool e aggiornamenti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Container registries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immagini container private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Cost Management + Billing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costo di VM, piani, funzioni e cluster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compute Azure va da VM a PaaS, serverless e container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sali di livello, meno gestisci server direttamente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lo scenario è complesso, più cresce il bisogno di architettura e controllo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 qui il lavoro pratico è scegliere il servizio minimo adatto al caso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