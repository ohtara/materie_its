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Storage, Data &amp; Integration: protezione dati, file service e backup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470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1A3C6E"/>
                </a:solidFill>
                <a:latin typeface="Segoe UI"/>
              </a:rPr>
              <a:t>Storage, protezione dati e file service (4 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Lifecycle, tiering e retention per governare costo e ciclo di vita del dato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Versioning, soft delete e immutabilita per protezione operativa e compliance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Azure Files con identita centralizzate e permessi a due livelli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Backup e recovery per continuita operativa verificabile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Blob tiering: Hot, Cool, Archive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Uso tipico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dati letti spesso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dati letti saltuariamente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Archive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dati rari, conservazione lunga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62072"/>
            <a:ext cx="9966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tier influenza costo di storage e costo/tempo di accesso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esiste tier migliore in assoluto: dipende dal comportamento del dato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scelta corretta parte da frequenza reale di lettura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Lifecycle management e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regole lifecycle automatizzano spostamento e cancellazione blob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Condizioni comuni: età del dato, prefisso, tipo di contenuto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Vantaggio: meno operazioni manuali e costo più stabile nel tempo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Retention va allineata a esigenze operative e vincoli normativi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Lifecycle è una policy continua, non una attività una tantum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Versioning, soft delete e immutabilita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331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Versioning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mantiene storico delle modifiche ai blob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Soft delete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recupera cancellazioni accidentali in finestra definita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Immutabilita (WORM)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blocca modifica/cancellazione per un periodo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Versioning e soft delete coprono errori operativi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WORM copre integrita forte, audit e requisiti di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Protezione e costo: combinare le leve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Esigenza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Leva principale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ridurre costo nel tempo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lifecycle + tiering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recuperare errori utente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versioning + soft delete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garantire integrita legale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immutabilita WORM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62072"/>
            <a:ext cx="9966960" cy="186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si attiva tutto per default: si sceglie in base al rischio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soluzione giusta e una combinazione coerente di controlli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Files: quando usarlo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Azure Files fornisce file share SMB gestite nello Storage Account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Utile per workload che si aspettano condivisioni file classiche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Adatto a directory condivise, profili utente e applicazioni lift-and-shift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serve modello object/API, spesso e preferibile Blob Storage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scelta dipende dal modo in cui l'app legge e scrive i dati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Identita centralizzate per Azure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331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Accesso integrabile con identita directory (AD DS o Entra in scenari compatibili)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Si riducono account locali e credenziali statiche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Gruppi e ruoli semplificano concessione e revoca accessi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controllo accessi diventa uniforme e tracciabile nel tempo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Obiettivo: governance chiara tra utenti, gruppi e risorse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Permessi: livello share e livello NTFS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331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Permessi share: definiscono chi puo accedere alla condivisione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Permessi NTFS: definiscono cosa puo fare dentro file e cartelle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Accesso effettivo = intersezione dei due livelli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Errore tipico: un livello corretto e l'altro errato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Verifica sempre entrambe le dimensioni prima del go-live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Backup, recovery e continuita operativa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Recovery Services Vault centralizza policy e operazioni di restore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Backup senza test di restore non garantisce recupero reale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RPO: perdita dati accettabile, RTO: tempo massimo di ripristino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Policy e retention devono essere coerenti con criticita servizio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Continuita operativa = tecnologia + procedure verificate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Scenario integrato: scelta guidata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Domanda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Scelta tecnica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dati poco letti ma da tenere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lifecycle verso Cool/Archive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rischio sovrascrittura/cancellazione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versioning + soft delete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requisito legale di integrita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immutabilita WORM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app che richiede file share SMB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Azure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227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requisito di recupero servizio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3227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backup con Vault + test 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76472"/>
            <a:ext cx="9966960" cy="100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architettura robusta nasce da esigenze esplicite e priorita chiare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Traccia tecnica di lavoro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Definire un caso d'uso con requisiti storage, protezione e recupero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Progettare policy lifecycle e strategia di protezione del dato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Progettare file share con identita centralizzate e permessi a due livelli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Definire backup, retention e piano di test restore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Documentare evidenze operative e motivazioni architetturali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Criteri di qualita della soluzione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Scelta corretta tra blob policy e file share in base al contesto d'uso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Livelli coerenti di protezione: operativo, integrita, recovery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Motivazioni tecniche chiare e leggibili anche per interlocutori non tecnici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Decisioni architetturali validate con verifiche pratiche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