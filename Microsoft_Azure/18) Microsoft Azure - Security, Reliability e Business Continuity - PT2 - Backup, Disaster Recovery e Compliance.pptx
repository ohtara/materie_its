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UNITÀ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947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947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Security, Reliability e Business Continuity - PT2: Backup, Disaster Recovery e Compliance (4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4426410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3C6E"/>
                </a:solidFill>
                <a:latin typeface="Segoe UI"/>
              </a:rPr>
              <a:t>Backup, Disaster Recovery 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0392B"/>
                </a:solidFill>
                <a:latin typeface="Segoe UI"/>
              </a:rPr>
              <a:t>Far sopravvivere dato e servizio a un guasto, e saperlo dimostrare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Argomenti (4 ore)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96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backup non è solo una copia: progettare il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recupero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La logica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3-2-1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applicata al cloud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Retention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operativa e storica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Recovery Services Vault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separazione dei vault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Restore test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runbook: protezione reale vs dichiarata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Alta disponibilità vs Disaster Recovery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Availability Set / Zone / Region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RPO/RTO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(Recovery Point/Time Objective),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Azure Site Recovery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failover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come sequenza, non solo replica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Compliance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audit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dimostrare la conformità e poter fare il postmortem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Sicurezza applicativa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(API Management) 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Private Link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Il backup non è solo una copia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Fare backup non significa automaticamente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poter ripartire bene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Conta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cosa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proteggi, con quale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frequenza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quanto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velocemente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recuperi.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Backup e continuità del servizio vanno letti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insieme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non sai cosa vuoi recuperare prima, la policy resta astratta.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punto è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progettare il recupero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non solo salvare dati.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La logica 3-2-1 nel cloud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21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regola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3-2-1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più copie, su supporti/livelli diversi, con una separazione reale.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Nel cloud la separazione non è solo fisica: può essere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logica, operativa, di accesso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Serve a ridurre il rischio di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perdita unica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compromissione comune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Va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adattata al workload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non applicata come slogan.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Retention operativa e storica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Tipo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Scopo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Operativa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recupero veloce dopo errore o incidente comune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206756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Storica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206756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conservazione lunga per audit, analisi o obblighi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27528"/>
            <a:ext cx="9966960" cy="148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Le due retention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non coincidono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quasi mai.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Confonderle porta 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costi inutili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recuperi insufficienti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Recovery Services Vault e separazione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45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Recovery Services Vault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il contenitore Azure per backup e punti di ripristino.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Tiene insieme policy di backup, retention e gli elementi protetti.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Vault separation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non tutto deve stare nello stesso contenitore operativo.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Separare ambienti/workload riduce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blast radius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di errori o compromissioni.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Anche 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permessi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diventano più leggibili e meno pericolosi.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Restore test e runbook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69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backup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non testato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solo una promessa.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restore test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verificano tempi, dipendenze e integrità del recupero.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runbook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evitano di improvvisare durante un incidente.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Quando il ripristino coinvolge più servizi,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procedura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conta quanto il dato.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Qui si vede la differenza tra protezione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dichiarata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protezione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reale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Dal backup alla continuità: HA vs DR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45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Alta disponibilità (HA)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Disaster Recovery (DR)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non sono la stessa cosa.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HA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riduce interruzioni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locali o limitate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(un nodo, un guasto circoscritto).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prepara il servizio a eventi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gravi e meno frequenti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(perdita di una region).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i due piani si confondono, anche il design resta ambiguo.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Distinguere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continuità locale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recupero su scala ampia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Availability Set, Zone e Region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Livello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Idea chiave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Availability 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separazione da fault e update domain (stesso datacenter)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206756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Availability Zone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206756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distribuzione su zone distinte nella stessa region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736088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Region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736088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separazione </a:t>
            </a:r>
            <a:r>
              <a:rPr sz="1600" b="1" i="0">
                <a:solidFill>
                  <a:srgbClr val="111111"/>
                </a:solidFill>
                <a:latin typeface="Segoe UI"/>
              </a:rPr>
              <a:t>geografica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 per eventi più ampi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96056"/>
            <a:ext cx="9966960" cy="186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Ogni livello aumenta resilienza, ma anche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costo e complessità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scelta dipende da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rischio atteso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criticità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del servizio.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RPO e RTO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45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RPO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(Recovery Point Objective): quanta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perdita di dati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puoi tollerare.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(Recovery Time Objective): in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quanto tempo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devi tornare operativo.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Sono i due numeri guida per decidere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architettura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investimento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Senza questi riferimenti, parlare di DR (Disaster Recovery) resta troppo vago.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Prima si definisce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requisito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poi si sceglie la tecnologia.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Azure Site Recovery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Site Recovery (ASR)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supporta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replica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failover controllato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Porta i workload verso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sito secondario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region alternativa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basta attivarlo: va allineato 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dipendenze applicative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È uno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strumento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non il piano completo.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valore emerge quando entra in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strategia coerente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Il failover è una sequenza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failover serio non sposta solo macchine: muove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servizio intero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Vanno considerati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ordine di avvio, dipendenze, DNS, dati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verifiche finali.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manca una dipendenza critica, il sito secondario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non serve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davvero.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Per questo il piano va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scritto, provato e aggiornato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resilienza dipende dalla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sequenza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non solo dalla replica.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Scegliere il livello giusto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ogni servizio richiede architetture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multi-region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complesse.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Per alcuni workload basta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alta disponibilità locale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ben progettata.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Per altri servono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replica geografica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piani di ripartenza dettagliati.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design corretto nasce dall'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impatto del fermo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sul business.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Affidabilità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costo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vanno bilanciati con lucidità.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Compliance: non basta la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compliance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non è spuntare un elenco di controlli: è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dimostrare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che l'ambiente segue regole e vincoli.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In cloud conta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raccolta continua delle evidenze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se la prova manca, anche un buon controllo è difficile da sostenere.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È il punto dove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governance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operatività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si incontrano.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Regulatory Compliance in Azure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21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Regulatory Compliance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(in Defender for Cloud / Azure Policy) legge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requisiti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stato dei controlli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Mostra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dove sono i gap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quali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evidenze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sono disponibili, raggruppati per area (rete, identity, dati…).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sostituisce il lavoro del team: rende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visibile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il quadro.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Uno standard senza lettura operativa resta teorico.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Audit e tracciabilità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21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Audit = ricostruire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chi ha fatto cosa e quando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Activity Log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log diagnostici, raccolti in un workspace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interrogabili via Application Insights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Servono quando qualcosa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sfugge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 design e postura: sono la base del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postmortem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Le evidenze vanno conservate in modo coerente e consultabile nel tempo.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Sicurezza applicativa: il punto centralizzato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4556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sicurezza è anche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come pubblichi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l'applicazione, non solo la piattaforma.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gateway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centralizzato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come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API Management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concentra più controlli: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autenticazione/autorizzazione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di chi chiama (subscription key, token/JWT)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      ○  protezione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dagli attacchi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rate limiting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TLS, cifratura e certificati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gestiti sul gateway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WAF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ed endpoint gestiti completano il perimetro: sicuro dentro ma esposto male fuori = fragile.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Private Link e pubblicazione controllata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282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Private Link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riduce l'esposizione pubblica dei servizi critici (già visto nella lezione di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Raggiungi alcune risorse via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percorsi privati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senza passare da Internet.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Ha molto senso per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dati e backend sensibili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Principio: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pubblicare meno, controllare meglio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Da portare a casa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45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backup serve 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ripartire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3-2-1, retention operativa/storica, vault separation, restore test.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HA (alta disponibilità) ≠ DR (Disaster Recovery)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;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RPO/RTO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guidano architettura e spesa.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failover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una sequenza, abilitata da strumenti come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ASR (Azure Site Recovery)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Compliance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= dimostrare la conformità;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audit/log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= poter fare il postmortem.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Sicurezza applicativa con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APIM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Private Link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pubblicare meno, controllare meglio.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