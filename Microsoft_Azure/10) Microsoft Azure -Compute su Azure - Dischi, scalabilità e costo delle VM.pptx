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Compute su Azure: dischi, scalabilità e costo delle VM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Compute su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Dischi, scalabilità e costo delle VM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dove proseguiamo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abbiamo già visto come si sceglie una VM: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immagine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disponibilità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adesso guardiamo che cosa cambia davvero prestazioni e costo nel tempo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punti chiave sono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dischi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ridimensionamento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scale set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scelte di spesa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domanda è pratica: questa VM basta, costa il giusto, cresce bene?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il disco conta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disco non è solo spazio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influenza velocità di avvio, risposta dell'app e costo della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disco lento può frenare anche una VM ben dimensionata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questo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compute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storage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si leggono insieme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Tipi di disco in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 tipico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Standard HDD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casi economici e poco intensi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Standard SSD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 base con latenza più stabile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Premium SSD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VM applicative e workload più reattivi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Ultra Disk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casi molto esigenti su IOPS e 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9272"/>
            <a:ext cx="996696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tutti i tipi servono in ogni scenario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Standard, Premium, Ultra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Standard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costa meno, va bene per test o carichi leggeri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Premium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è il riferimento quando conta la reattività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Ultra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serve solo per workload molto spinti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va fatta sul bisogno reale, non sul livello più alto disponibile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OS disk e data disk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OS disk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contiene sistema operativo e avvio della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 disk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ospitano dati, log o parti dell'applicazione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separarli aiuta a gestire meglio prestazioni e crescita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tutto deve stare sul disco del sistema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Caching: che cosa significa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caching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usa memoria locale dell'host per accelerare alcuni accessi al disco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può essere utile in lettura o in lettura/scrittura, secondo il caso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è una spunta magica: va allineato al comportamento del carico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prima capisco l'uso del disco, poi scelgo il caching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Encryption dei dischi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Opzione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Significato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cifratura dei dati a riposo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PMK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chiavi gestite dalla piattaforma Azure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CMK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chiavi gestite dal cliente, di solito via Key 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73400"/>
            <a:ext cx="996696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comune è proteggere i dati memorizzati sui dischi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Ridimensionare una VM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VM può cambiare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 la stima iniziale non era corretta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aumentare o ridurre la taglia è il primo passo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right-sizing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sempre serve creare una nuova macchina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prima misuro il bisogno, poi cambio dimensione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Scale up e scale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 faccio...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Sto facendo...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dare più risorse a una VM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Scale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usare più istanze simili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Scale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9966960" cy="158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scale 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più semplice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scale out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richiede un'app più distribuita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entrambi impattano costo e disponibilità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Virtual Machine Scale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06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Scale Set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gestisce più VM simili come un gruppo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quando più istanze fanno lo stesso lavoro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può crescere o ridursi con regole di autoscaling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passaggio naturale quando una sola VM non basta più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Costo compute: che cosa incide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della VM pesa molto sul costo orario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contano anche dischi, tempo di accensione e numero di istanze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VM accesa ma poco usata resta comunque una spesa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ottimizzare vuol dire usare risorse proporzionate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Right-sizing, RI e Savings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Right-sizing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scegliere o correggere la taglia giusta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Reserved Instances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convenienza se il carico è stabile nel tempo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Savings Plans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più flessibili quando l'uso cambia tra servizi compute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prima osservo i consumi, poi scelgo l'impegno di spesa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guardare nel portale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Virtual machines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-&gt; VM -&gt;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Size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taglia e cambio dimensione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Virtual machines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-&gt; VM -&gt;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Disks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OS disk, data disk, tipo disco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Virtual machine scale sets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gruppi di VM simili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Cost Management + Billing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lettura dei costi complessivi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account limitati alcune opzioni possono non essere disponibili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Chiusura del blocco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basta scegliere una VM: bisogna leggere anche dischi, crescita e spesa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Standard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Premium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Ultra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rispondono a bisogni diversi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Scale Set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serve quando il carico chiede più istanze uguali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passo successivo è passare dal compute IaaS al compute gestito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