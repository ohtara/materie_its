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Storage, Data &amp; Integration: database gestiti, Cosmos DB e Data Integration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Dal database al flusso del dato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Database gestiti, Cosmos DB e integrazione dati: dove nasce il dato e dove deve arrivare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 (4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0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Perché 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database gestito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(PaaS) e cosa cambia nel modello operativo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Relazionali gestiti: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Azure SQL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(single/MI),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PostgreSQL/MySQL Flexible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Continuità del servizio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backup, replica, HA, RPO/RTO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Cosmos DB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partizionamento, throughput, consistency levels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Quando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relazionale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quando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NoSQL distribuito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dato non vive da solo: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integrazione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con Data Factory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Pipeline, trigger, orchestrazione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cenni su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Synapse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scegliere un database gestito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database gestito riduce il lavoro su patching, backup e manutenzione di base.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team si concentra più sul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meno sul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database.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elimina le scelte architetturali: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sposta il livello del lavoro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Alta disponibilità, backup e monitoraggio entrano più facilmente nel servizio.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uno dei vantaggi più evidenti del cloud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PaaS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Database relazionali gestiti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SQL Database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il database relazionale come servizio (single database).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Managed Instance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più vicino allo SQL Server tradizionale (migrazioni lift-and-shift).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PostgreSQL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MySQL Flexible Server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motori open source gestiti.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dipende da compatibilità applicativa, controllo richiesto e percorso di migrazione.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tema non è solo il motore: è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modello operativo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Continuità del servizio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un database gestito il tema non è solo scrivere query, 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tenere vivo il servizio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Backup automatici, replica e opzioni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riducono i rischi operativi.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continuità cambia da servizio a servizio.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 sempre letta insieme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RPO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(quanto dato posso perdere)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(in quanto torno su) e ai costi.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aiuta, ma non sostituisce il ragionamento progettuale.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Cosmos DB: idea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Cosmos DB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servizio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NoSQL distribuito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 Azure.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Supporta più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modelli di accesso (SQL/Core, MongoDB, Cassandra…).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usa quando servono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scala elevata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bassa latenza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distribuzione globale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è un sostituto automatico di ogni database relazionale.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Cosmos DB: i tre concetti chiave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97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Partizionamento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la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partition key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distribuisce i dati: una buona chiave = scala uniforme.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Throughput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capacità misurata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RU/s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(Request Units), provisioned o serverless.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Consistency levels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dal più forte al più disponibile: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Strong, Bounded staleness, Session, Consistent prefix, Eventual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Sono leve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costo/prestazioni/coerenza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si scelgono in base al requisito, non a caso.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Relazionale o NoSQL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Modello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Quando tende a servire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Relazionale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schema stabile, query strutturate, transazioni forti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NoSQL distribuito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675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scala ampia, flessibilità, accesso globale e veloce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27528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non è di moda, ma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requisito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modello dati influenza sviluppo, costo e integrazione futura.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dato non vive mai da solo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database entrano in flussi con applicazioni, code,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ETL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analytics.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questo il tema non è solo il motore, ma anche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integrazione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database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operativo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una piattaforma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analytics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hanno scopi diversi.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progetto vero inizia quando i dati devono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muoversi tra servizi diversi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“Da qui in poi passiamo dal "dove sta il dato" al "come si muove il dato".”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serve integrazione dati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dati arrivano da applicazioni, file, database, API e sistemi esterni.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problema non è solo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salvarli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spostarli e coordinarli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bene.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L'integrazione evita passaggi manuali fragili e poco tracciabili.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cloud questo significa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pipeline, trigger e orchestrazione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inizia il livello più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sistemico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dato.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Data Factory: idea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Data Factory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serve a costruire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 integrazione.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Coordina attività tra sorgenti e destinazioni diverse.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Concetti base: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activity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linked service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dataset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è un database, ma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motore di orchestrazione del flusso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valore è nel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movimento controllato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dato.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Trigger e orchestrazione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trigger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decide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quando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parte una pipeline.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Può essere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orario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ricorrente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legato a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evento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L'orchestrazione mette in ordine i passaggi e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dipendenze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un flusso ha più step, non basta copiare dati: bisogna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coordinarli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qui che l'integrazione diventa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processo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solo trasferimento.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Synapse: dove entra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Synapse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entra quando il focus si sposta verso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analytics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workspace integrati.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Aiuta a collegare ingestione, query e consumo analitico.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sostituisce Data Factory in tutto, ma può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lavorare insieme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è distinguere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orchestrazione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dato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analisi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dato.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il progetto cresce, questi ruoli vanno separati bene.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Flusso tipico da leggere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dati entrano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app, file o database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li sposta o li prepara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storage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layer analitico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li riceve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report, query o altri servizi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li consumano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valore non è il singolo servizio, ma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flusso completo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domanda giusta è sempre: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dove nasce il dato e dove deve arrivare?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usare cosa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Database gestito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il dato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operativo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dell'applicazione (relazionale o Cosmos).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 Factory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quando il problema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orchestrare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passaggi e spostamenti.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Synapse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quando il problema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analizzare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 dati a livello più ampio.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Spesso non si escludono: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collaborano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L'integrazione dati è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ponte tra operativo e analitico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