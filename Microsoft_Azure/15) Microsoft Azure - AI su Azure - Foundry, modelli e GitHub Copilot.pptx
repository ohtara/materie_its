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UNITÀ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947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947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AI su Azure: Foundry, modelli e GitHub Copilot (in preparazione all'evento Microsoft Build //localhost Torino) (4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4426410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3C6E"/>
                </a:solidFill>
                <a:latin typeface="Segoe UI"/>
              </a:rPr>
              <a:t>AI su Azure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0392B"/>
                </a:solidFill>
                <a:latin typeface="Segoe UI"/>
              </a:rPr>
              <a:t>Foundry, modelli e GitHub Copilot: cosa c'è sotto le demo del Microsoft Build //localhost Torino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Argomenti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807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Dove sta l'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nel catalogo Azure (AI Services, Azure OpenAI, Foundry)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Azure AI Foundry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risorsa, progetto, hub — cosa sono davvero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Deployare un modello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gpt-4o-mini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) e usarlo dal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playground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Chiamare il modello via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endpoint + key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(il ponte verso il codice)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GitHub Copilot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i modelli di Foundry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Agenti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il loop "ragiona → usa strumento → risponde" (cenni)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Responsible AI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costi a token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Filo conduttore: </a:t>
            </a:r>
            <a:r>
              <a:rPr sz="2000" b="0" i="1">
                <a:solidFill>
                  <a:srgbClr val="333333"/>
                </a:solidFill>
                <a:latin typeface="Segoe UI"/>
              </a:rPr>
              <a:t>è tutta infrastruttura Azure che già conoscete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Dove sta l'AI nel catalogo Azure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997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AI Services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modelli pronti via API: Vision, Language, Speech, Translator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OpenAI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i modelli GenAI (GPT, ecc.) ospitati su Azure, con endpoint e key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AI Foundry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l'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hub di lavoro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sopra i modelli: deploy, playground, agenti, RAG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“Stessa logica di sempre: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risorsa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 dentro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resource group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, in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regione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, con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identità e accesso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 che già sapete gestire. L'AI non è un mondo a parte.”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Azure AI Foundry: i pezzi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997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Risorsa di Foundry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l'account (tipo </a:t>
            </a:r>
            <a:r>
              <a:rPr sz="2400" b="0" i="1">
                <a:solidFill>
                  <a:srgbClr val="333333"/>
                </a:solidFill>
                <a:latin typeface="Segoe UI"/>
              </a:rPr>
              <a:t>AIServices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) che contiene tutto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Progetto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l'area di lavoro dentro la risorsa: modelli, agenti, dati, valutazioni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Hub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(versione classica) — workspace condiviso, costruito sopra Machine Learning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“Due esperienze convivono: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"Nuova fonderia"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 (risorsa + progetto) e l'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hub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 classico. Stesso obiettivo, organizzazione diversa.”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Deployare un modello e provarlo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45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Dal catalogo (oltre 100 modelli: OpenAI, Llama, Mistral, Cohere…) si sceglie e si fa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deploy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deployment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il "modello pubblicato": ha un nome e si chiama da playground e API.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Per la demo: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`gpt-4o-mini`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economico, veloce, multimodale.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Nel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playground / Chat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si prova subito: prompt → risposta.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Concetti da mostrare lì: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system prompt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(istruzioni),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temperature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token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Dal playground al codice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186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playground è comodo, ma in produzione si chiama il modello via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Servono due cose: l'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endpoint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della risorsa e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key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(oppure Managed Identity).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2714752"/>
            <a:ext cx="9601200" cy="1005837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curl "$ENDPOINT/openai/deployments/gpt-4o-mini/chat/completions?api-version=2024-08-01-preview" \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-H "api-key: $KEY" -H "Content-Type: application/json" \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-d '{"messages":[{"role":"user","content":"Ciao!"}]}'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12029"/>
            <a:ext cx="9966960" cy="102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“Stesso modello, stessa risposta del playground: cambia solo che ora lo chiama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il tuo codice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GitHub Copilot e i modelli di Foundry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GitHub Copilot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= assistente AI dentro l'editor (scrive, spiega, refattorizza codice).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è "un altro modello": dietro usa modelli (OpenAI e altri) e oggi può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collegarsi a modelli ospitati su Azure / Foundry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Vantaggio per l'azienda: stessi modelli,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governance, billing e dati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sotto il proprio tenant Azure.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Due usi complementari: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Copilot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→ produttività dello sviluppatore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modello via API/Foundry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→ AI dentro l'applicazione che costruisci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Agenti: oltre la singola risposta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5699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agente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non si limita a rispondere: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ragiona → usa uno strumento → risponde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Strumenti tipici: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Code Interpreter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(esegue codice), ricerca su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dati/RAG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funzioni custom.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Esempio: </a:t>
            </a:r>
            <a:r>
              <a:rPr sz="2400" b="0" i="1">
                <a:solidFill>
                  <a:srgbClr val="333333"/>
                </a:solidFill>
                <a:latin typeface="Segoe UI"/>
              </a:rPr>
              <a:t>"somma dei primi 50 numeri primi"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→ l'agente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scrive ed esegue codice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poi spiega.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Agenti, routine e workflow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dal singolo agente a più passi orchestrati (routine ricorrenti, workflow multi-step e multi-agente).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È il loop "agentico" che vedremo all'evento (Foundry Agents).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Nota reale: creare agenti richiede il ruolo dati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Foundry User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sulla risorsa (RBAC).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Responsible AI e costi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45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Allucinazioni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il modello può affermare cose false con tono sicuro → serve verifica umana.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Bias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content filter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Azure applica filtri sui contenuti; l'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AI Act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UE classifica per rischio.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con Azure i prompt restano nel tuo tenant (governance, compliance).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Costi a token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i modelli </a:t>
            </a:r>
            <a:r>
              <a:rPr sz="2400" b="0" i="1">
                <a:solidFill>
                  <a:srgbClr val="333333"/>
                </a:solidFill>
                <a:latin typeface="Segoe UI"/>
              </a:rPr>
              <a:t>Standard/GlobalStandard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sono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pay-per-token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→ da fermi non costano.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      ○  eccezione: i deployment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Provisioned (PTU)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riservano capacità e si pagano a 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Da portare a casa (e all'evento)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572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L'AI su Azure è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una risorsa + un modello deployato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ci parli con endpoint e key, come ogni servizio.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Foundry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lo studio di lavoro attorno ai modelli: deploy, playground, agenti, RAG.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GitHub Copilot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porta gli stessi modelli nell'editor, sotto la governance del tuo tenant.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Gli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agenti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aggiungono il loop ragiona→strumento→risponde.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Tutto poggia su ciò che già sappiamo: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resource group, identità, RBAC, costi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“All'evento (Build //localhost Torino) vedrete Foundry e Copilot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costruire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 applicazioni AI: ora sapete cosa c'è sotto.”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