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Compute su Azure: App Service e Functions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Compute su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App Service e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Dalla VM al servizio gestito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una VM gestisci sistema operativo, patch, runtime e applicazione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porti soprattutto codice e configurazione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porti funzioni che si attivano a evento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cambio di logica è: meno server da gestire, più focus sull'applicazione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 Service: idea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pubblica web app e API senza gestire una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gestisce OS, runtime, patching e integrazione con la piattaforma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tu gestisci codice, configurazione, dominio, scaling e osservabilità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una scelta tipica quando l'app è web o HTTP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 Service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decide dove gira l'app e quante risorse usa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app possono condividere lo stesso piano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cambiare piano cambia capacità, costo e funzionalità disponibili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l'app è il sito; il piano è la capacità che lo ospita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Web App e API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sito web o backend 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API consumata da app o servizi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API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nella pratica entrambe stanno dentro il modello App Service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distinzione aiuta a ragionare sul tipo di applicazione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Deployment slot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slot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 ambiente parallelo alla produzione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esempio: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production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staging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puoi pubblicare una versione nuova nello slot di test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poi fai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swap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portarla in produzione con meno rischio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Scaling in App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6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cambio piano o capacità del piano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Scale out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aumento il numero di istanze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l'autoscale può reagire a metriche come CPU o richieste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costo segue il piano e le istanze usate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scegliere App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applicazioni web e API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deploy frequenti e gestione semplice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integrazione con domini, certificati, log e scaling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non serve controllare direttamente il sistema operativo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Functions: idea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esegue codice in risposta a un evento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funzione non è una web app intera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un pezzo di logica che parte quando succede qualcosa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esempi: richiesta HTTP, messaggio in coda, timer, file caricato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Trigger e binding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Concetto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Significato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Trigger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evento che avvia la funzione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Input binding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dato letto dalla funzione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Output binding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destinazione su cui la funzione scrive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funzione dichiara collegamenti che Azure gestisce per lei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Trigger comuni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API leggera o webhook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Timer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attività pianificata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elaborare messaggi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Blob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reagire a un file caricato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9272"/>
            <a:ext cx="996696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trigger racconta perché il codice parte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 Service o Functions?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 devo...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Scelta naturale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tenere online un'app web o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reagire a eventi separati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gestire OS e software specifico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sono livelli migliori o peggiori: rispondono a problemi diversi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Limiti pratici in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for Students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alcune opzioni possono essere limitate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App Service e Functions sono più adatti a demo leggere rispetto ad AKS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un piano o una regione non compare, si verifica prima subscription e disponibilità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l'obiettivo è leggere il modello, non forzare ogni creazione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guardare nel portale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93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App Services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web app, piani, deployment slot, scaling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App Service plans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capacità condivisa e costo del piano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funzioni, trigger, configurazione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log e metriche applicative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Cost Management + Billing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costo dei piani e delle risorse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riduce la gestione del server per web app e API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esegue codice a evento con trigger e binding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rispetto alle VM perdi controllo sull'OS, ma guadagni semplicità operativa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passo successivo è capire dove entrano container e Kubernetes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