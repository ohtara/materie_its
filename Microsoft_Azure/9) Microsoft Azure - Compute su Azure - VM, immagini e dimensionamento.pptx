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Compute su Azure: VM, immagini e dimensionamento (4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1470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Compute su Azure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Virtual Machine, immagini e dimensionamento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 dove ripartiamo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59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abbiamo già letto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dal lato rete: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NIC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Public IP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NSG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RDP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abbiamo già aperto il wizard di creazione fino 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Review + create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oggi cambiamo domanda: non solo chi raggiunge la VM, ma quale VM stiamo scegliendo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punto è leggere le scelte di compute prima ancora di creare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La VM come risorsa compute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2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Virtual Machine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compute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IaaS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scegli tu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sistema operativo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dimensione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immagine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dischi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Azure ti fornisce infrastruttura fisica, rete, regioni e opzioni di disponibilità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rispetto 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 Service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Functions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hai più controllo, ma anche più gestione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Le scelte che pesano subito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Scelta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Cosa decide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Regione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dove gira la VM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Immagine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il punto di partenza del sistema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vCPU e RAM disponibili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047" y="27706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Dischi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27706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prestazioni e costo di 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7" y="3227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Disponibilità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3227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continuità del servizio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76472"/>
            <a:ext cx="9966960" cy="1000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rete la conosciamo già: qui la rileggiamo come contesto della VM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Come leggere il nome di una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Esempio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Lettura rapida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B2s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serie economica, 2 vCPU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D2s_v5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uso generale, 2 vCPU, generazione v5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3134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E2s_v5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3134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stessa taglia, ma più orientata alla memoria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73400"/>
            <a:ext cx="9966960" cy="158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serie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indica la famiglia della VM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numero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dà l'ordine di grandezza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indica supporto 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Premium SSD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Famiglie da ricordare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Famiglia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Quando la guardo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carichi leggeri o intermittenti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uso generale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applicazioni che chiedono più 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047" y="27706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27706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più CPU rispetto alla memoria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19272"/>
            <a:ext cx="9966960" cy="110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serve imparare tutto il catalogo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servono pochi riferimenti per non scegliere a caso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vCPU e RAM: la domanda giusta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82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il collo di bottiglia è l'elaborazione, guardo prima 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vCPU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l'app tiene molto in memoria, guardo prima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RAM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esiste la VM migliore in assoluto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scelta giusta dipende dal carico, non dal nome più grande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Immagine, OS disk e data disk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06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immagine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il modello iniziale della VM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decide sistema operativo e software di partenza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OS disk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nasce dall'immagine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data disk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si aggiungono dopo, per dati e applicazioni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 dove arrivano le immagini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82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Marketplace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raccoglie immagini Microsoft e di terze parti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esempi tipici: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Windows Server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Ubuntu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immagini con software già presente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un'immagine pronta accelera la partenza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più l'immagine è ricca, più va capita bene prima di usarla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Regione, vincoli e scelta reale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82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regione non si sceglie solo per abitudine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contano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policy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disponibilità del servizio e vicinanza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 sottoscrizioni limitate conviene verificare prima opzioni davvero disponibili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nel wizard la prima lettura utile è: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Region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Image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Availability Set e Availability Zone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 voglio...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Guardo...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proteggermi dal guasto di host o rack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Availability 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separazione fisica tra data center nella stessa regione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Availability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16200"/>
            <a:ext cx="9966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zona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una separazione fisica più forte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tutte le regioni offrono 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zone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VM singola resta una VM singola: la continuità cresce con più istanze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La VM che abbiamo già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31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Overview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leggo nome, resource group, regione e stato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Size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leggo famiglia, vCPU, RAM e cambio taglia se serve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Disks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distinguo OS disk ed eventuali data disk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Networking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ritrovo NIC, IP e NSG, cioè il pezzo che conosciamo già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stessa VM si legge da compute, storage e rete insieme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Nel wizard VM, cosa guardare davvero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931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Basics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subscription, resource group, nome, regione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Image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Size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sistema di partenza e potenza della macchina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Disks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tipo di OS disk e impostazioni principali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Networking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VNet, subnet, accesso pubblico o privato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Review + create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riepilogo finale delle scelte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Quando ha senso scegliere una VM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06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ti serve controllo sull'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devi installare software specifico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il caso non entra bene in un servizio PaaS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vuoi capire fino in fondo che cosa gira e dove gira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Chiusura del blocco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2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VM non si sceglie dal nome più vistoso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contano insieme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immagine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size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dischi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regione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disponibilità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rete dice se la raggiungi; il compute dice che macchina stai usando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passo successivo è leggere meglio dischi, prestazioni e scalabilità delle VM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