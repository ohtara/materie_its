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azure/azure-functions/functions-bindings-storage-queue-trigger" TargetMode="External"/><Relationship Id="rId3" Type="http://schemas.openxmlformats.org/officeDocument/2006/relationships/hyperlink" Target="https://learn.microsoft.com/azure/azure-functions/functions-bindings-storage-queue-output" TargetMode="External"/><Relationship Id="rId4" Type="http://schemas.openxmlformats.org/officeDocument/2006/relationships/hyperlink" Target="https://learn.microsoft.com/azure/azure-functions/functions-bindings-timer" TargetMode="External"/><Relationship Id="rId5" Type="http://schemas.openxmlformats.org/officeDocument/2006/relationships/hyperlink" Target="https://learn.microsoft.com/azure/azure-functions/functions-bindings-timer#ncrontab-expressions" TargetMode="External"/><Relationship Id="rId6" Type="http://schemas.openxmlformats.org/officeDocument/2006/relationships/hyperlink" Target="https://learn.microsoft.com/azure/storage/queues/storage-queues-introduction" TargetMode="External"/><Relationship Id="rId7" Type="http://schemas.openxmlformats.org/officeDocument/2006/relationships/hyperlink" Target="https://learn.microsoft.com/azure/azure-functions/functions-bindings-cosmosdb-v2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Function disaccoppiata con coda e function schedulata con timer (2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1470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Non tutto parte da una chiamata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A partire dall'applicazione end-to-end già costruita: una function che si sveglia da una coda, una che parte da sola a orario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Il limite di quello che avete oggi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Nella vostra app,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CreaRichiesta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fa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tutto insieme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riceve la chiamata HTTP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scrive su Cosmos DB, mentre l'utente aspetta.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il database è lento,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l'utente aspetta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il database è momentaneamente giù, la richiesta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 perde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arrivano mille richieste insieme,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 accavallano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tutte sul database.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“Finché l'elaborazione è "scrivi una riga" si sopravvive. Quando diventa "genera un PDF, manda una mail, chiama un servizio esterno", questo modello non regge.”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L'idea: mettere una coda in mezzo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95247" y="941832"/>
            <a:ext cx="9601200" cy="1432555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QUELLO CHE AVETE:  utente --&gt; CreaRichiesta --&gt; Cosmos DB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            (l'utente aspetta la scrittura)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QUELLO CHE FATE:   utente --&gt; PubblicaRichiesta --&gt; [ CODA ] --&gt; ElaboraRichiesta --&gt; Cosmos DB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            (risponde subito)                   (lavora per conto suo)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5827"/>
            <a:ext cx="9966960" cy="361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PubblicaRichiesta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accetta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la richiesta, la mette in coda e risponde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202 Accepted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ElaboraRichiesta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viene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svegliata dalla coda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fa il lavoro vero.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due pezzi non si conoscono: comunicano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solo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attraverso la coda.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“Si chiama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disaccoppiamento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 Tenete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entrambi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i percorsi: così confrontate il sincrono con l'asincrono.”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Cosa costruite oggi: tre function nuove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Le due che avete già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restano come sono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 Ne aggiungete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65887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265887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Trigger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7447" y="265887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fa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311607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PubblicaRichiesta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311607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HTTP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7447" y="311607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pubblica e basta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: mette in coda, non tocca il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378460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ElaboraRichiesta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4247" y="378460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Queue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67447" y="378460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 sveglia col messaggio e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scrive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su Cosmos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445312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Riepilogo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247" y="445312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Timer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7447" y="445312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parte da sola: conta le richieste e salva un riepilogo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13096"/>
            <a:ext cx="9966960" cy="140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“Il concetto della giornata: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il trigger è ciò che sveglia la function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 Una chiamata HTTP, un messaggio in coda, l'orologio.”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1: creare la coda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La coda sta in uno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Storage Account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potete usare quello che la Function App ha già.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Portale: Storage Account →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Queues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+ Queue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→ nome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richieste-da-elaborare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Oppure da CLI: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273552"/>
            <a:ext cx="9601200" cy="1219196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storage queue create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--name richieste-da-elaborare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--account-name &lt;storage-account&gt;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--auth-mode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84188"/>
            <a:ext cx="9966960" cy="140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“Il nome della coda va scritto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identico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in chi pubblica e in chi consuma: un refuso qui e i messaggi non arrivano mai.”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2: </a:t>
            </a:r>
            <a:r>
              <a:rPr sz="4000" b="0" i="0">
                <a:solidFill>
                  <a:srgbClr val="1A3C6E"/>
                </a:solidFill>
                <a:latin typeface="Consolas"/>
              </a:rPr>
              <a:t>PubblicaRichiesta</a:t>
            </a:r>
            <a:r>
              <a:rPr sz="4000" b="0" i="0">
                <a:solidFill>
                  <a:srgbClr val="1A3C6E"/>
                </a:solidFill>
                <a:latin typeface="Segoe UI"/>
              </a:rPr>
              <a:t>, che pubblica e basta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Nuova function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HTTP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come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CreaRichiesta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ma al posto dell'output binding Cosmos ha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output binding coda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2658872"/>
            <a:ext cx="9601200" cy="79247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{ "type": "queue", "direction": "out", "name": "outputQueueItem",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"queueName": "richieste-da-elaborare", "connection": "AzureWebJobsStorage"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95247" y="3542790"/>
            <a:ext cx="9601200" cy="79247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context.bindings.outputQueueItem = JSON.stringify(item);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context.res = { status: 202, body: item };   // 202 = "presa in carico", non "salvata"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26708"/>
            <a:ext cx="9966960" cy="191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“Non tocca il database: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il suo lavoro finisce quando il messaggio è in coda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</a:t>
            </a:r>
            <a:r>
              <a:rPr sz="2400" b="0" i="0">
                <a:solidFill>
                  <a:srgbClr val="666666"/>
                </a:solidFill>
                <a:latin typeface="Consolas"/>
              </a:rPr>
              <a:t>AzureWebJobsStorage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è la connessione allo storage che la Function App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ha già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3: </a:t>
            </a:r>
            <a:r>
              <a:rPr sz="4000" b="0" i="0">
                <a:solidFill>
                  <a:srgbClr val="1A3C6E"/>
                </a:solidFill>
                <a:latin typeface="Consolas"/>
              </a:rPr>
              <a:t>ElaboraRichiesta</a:t>
            </a:r>
            <a:r>
              <a:rPr sz="4000" b="0" i="0">
                <a:solidFill>
                  <a:srgbClr val="1A3C6E"/>
                </a:solidFill>
                <a:latin typeface="Segoe UI"/>
              </a:rPr>
              <a:t>, svegliata dalla coda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Queue trigger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ingresso,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output binding Cosmos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uscita (verso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richieste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2658872"/>
            <a:ext cx="9601200" cy="79247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{ "type": "queueTrigger", "direction": "in", "name": "queueItem",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"queueName": "richieste-da-elaborare", "connection": "AzureWebJobsStorage"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95247" y="3542790"/>
            <a:ext cx="9601200" cy="1219196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module.exports = async function (context, queueItem) {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const item = typeof queueItem === "string" ? JSON.parse(queueItem) : queueItem;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context.bindings.outputDocument = item;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53426"/>
            <a:ext cx="9966960" cy="102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Nessun `req`, nessuna risposta HTTP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: non è raggiungibile dal web.”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4: provare il disaccoppiamento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49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Chiamate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PubblicaRichiesta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torna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202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(mentre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CreaRichiesta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torna 201).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Sulla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coda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nel portale vedete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messaggio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attesa.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Poi sparisce dalla coda e l'item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compare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 Cosmos DB.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⚠️ Possono passare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fino a un paio di minuti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se la coda è ferma da un po', il controllo rallenta. Non è rotto.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La prova che vale davvero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fermate la Function App (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Stop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), chiamate 3 volte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PubblicaRichiesta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guardate i messaggi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accumularsi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 Riavviate: vengono elaborati tutti.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“Con la coda, se il consumatore è fermo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non si perde niente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5: </a:t>
            </a:r>
            <a:r>
              <a:rPr sz="4000" b="0" i="0">
                <a:solidFill>
                  <a:srgbClr val="1A3C6E"/>
                </a:solidFill>
                <a:latin typeface="Consolas"/>
              </a:rPr>
              <a:t>Riepilogo</a:t>
            </a:r>
            <a:r>
              <a:rPr sz="4000" b="0" i="0">
                <a:solidFill>
                  <a:srgbClr val="1A3C6E"/>
                </a:solidFill>
                <a:latin typeface="Segoe UI"/>
              </a:rPr>
              <a:t>, la function che parte da sola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163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Serve un secondo container su Cosmos dove salvare i riepiloghi: chiamatelo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riepiloghi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partition key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/tipo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Poi una function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timer trigger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3217672"/>
            <a:ext cx="9601200" cy="792478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{ "type": "timerTrigger", "direction": "in", "name": "myTimer",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"schedule": "0 */2 * * * *"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01590"/>
            <a:ext cx="9966960" cy="237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Nessuno la chiama: la sveglia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l'orologio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Aggiungete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input binding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Cosmos (legge le richieste) e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output binding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Cosmos (scrive in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riepiloghi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“Casi d'uso reali: report notturni, pulizia dei dati vecchi, spegnimento delle risorse la sera.”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6: leggere la schedule (formato CRON)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La schedule ha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campi: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secondi minuti ore giorno mese giorno-settimana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6588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6588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Significato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1160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0 */2 * * * *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1160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ogni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2 minuti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35732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0 0 * * * *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35732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ogni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ora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, al minuto zero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40304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0 30 2 * * 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40304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ogni notte alle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02:30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44876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0 0 9 * *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44876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ogni </a:t>
            </a:r>
            <a:r>
              <a:rPr sz="1600" b="1" i="0">
                <a:solidFill>
                  <a:srgbClr val="111111"/>
                </a:solidFill>
                <a:latin typeface="Segoe UI"/>
              </a:rPr>
              <a:t>lunedì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alle 09:00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36312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⚠️ Sono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campi, non cinque come nel cron di Linux: il primo sono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secondi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il lab usate 2 minuti, così lo vedete scattare in aula.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7: il codice del riepilogo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95247" y="941832"/>
            <a:ext cx="9601200" cy="340614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module.exports = async function (context, myTimer) {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const documents = context.bindings.documents || [];   // input binding: legge le richieste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const conteggio = {};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for (const d of documents) {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const cat = d.categoria || "generica";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conteggio[cat] = (conteggio[cat] || 0) + 1;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}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context.bindings.outputDocument = {                   // output binding: scrive il riepilogo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id: "riepilogo-" + new Date().toISOString().replace(/[:.]/g, "-"),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tipo: "riepilogo",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totale: documents.length,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perCategoria: conteggio,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generatoIl: new Date().toISOString()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};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context.log(`Riepilogo: ${documents.length} richieste totali`);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Passo 8: verificare che il timer scatti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366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⚠️ Se la Function App è su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piano dedicato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(B1, S1...), attivate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Always 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altrimenti l'app va in idle 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il timer non parte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Function App →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Configuration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/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Settings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→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Always 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→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Aspettate il tempo della schedule, poi verificate 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tre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posti: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il container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riepiloghi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su Cosmos: compare un nuovo documento;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Application Insights →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traces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c'è il vostro log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Riepilogo: ...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;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la function nel portale →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Invocations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si vedono le esecuzioni automatiche.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“Se non scatta: nove volte su dieci è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Always On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spento, oppure la schedule ha cinque campi invece di sei.”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Cosa consegnare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306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Un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PDF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con gli screenshot che dimostrano che i due meccanismi funzionano: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coda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nel portale, con almeno un messaggio in attesa (Function App ferma).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202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di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PubblicaRichiesta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l'item che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poi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compare su Cosmos.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codice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delle tre nuove functions con i loro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binding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container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riepiloghi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con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almeno due riepiloghi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generati automaticamente.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log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in Application Insights delle esecuzioni non-HTTP.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Spiegate a parole vostre: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perché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la coda rende il sistema più robusto, 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cosa cambia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tra un trigger HTTP, uno a coda e uno a timer.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Lavoro di gruppo: massimo 2-3 persone.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Usate la documentazione Microsoft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115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2"/>
              </a:rPr>
              <a:t>Queue storage trigger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3"/>
              </a:rPr>
              <a:t>output binding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4"/>
              </a:rPr>
              <a:t>Timer trigger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ed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5"/>
              </a:rPr>
              <a:t>espressioni CRON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6"/>
              </a:rPr>
              <a:t>Code in Azure Storage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7"/>
              </a:rPr>
              <a:t>Binding Cosmos DB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Suggerimenti ed errori tipici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72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Il messaggio non arriva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nome della coda diverso tra le due functions, o coda non creata.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Il timer non scatta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Always 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spento, o schedule con cinque campi invece di sei.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La function a coda non compare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dopo il deploy riavviate l'app per sincronizzare i trigger.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`connection string is missing AccountEndpoint`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connessione a Cosmos non ancora risolta, riavviate.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Messaggio ritentato all'infinito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se la function va in errore il messaggio torna in coda, e dopo alcuni tentativi finisce nella coda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poison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“Regola d'oro: quando qualcosa non funziona,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seguite il messaggio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