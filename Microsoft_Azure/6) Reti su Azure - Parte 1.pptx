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gi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237" y="1870662"/>
            <a:ext cx="5951220" cy="510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810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DOCENTE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Federico Laurianti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UNITA' FORMATIVA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Microsoft Azure (100 ore)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33870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ARGOMENTO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33870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Reti su Azure - Parte 1 (2 ore)</a:t>
            </a:r>
          </a:p>
        </p:txBody>
      </p:sp>
      <p:pic>
        <p:nvPicPr>
          <p:cNvPr id="9" name="Picture 8" descr="its-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874" y="3935682"/>
            <a:ext cx="1247948" cy="685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1A3C6E"/>
                </a:solidFill>
                <a:latin typeface="Segoe UI"/>
              </a:rPr>
              <a:t>Reti su Azure - Parte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C0392B"/>
                </a:solidFill>
                <a:latin typeface="Segoe UI"/>
              </a:rPr>
              <a:t>VNet, subnet, NSG e accesso RDP come caso guida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Argomenti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413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Perche' la rete conta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in Azure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VNet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Subnet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i blocchi base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NSG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regole allow/deny sul traffico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RDP su una VM Windows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cosa deve esserci per collegarsi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Caso guida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relazione tra regola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TCP 3389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accesso alla VM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Segmentazione, troubleshooting e casi piu' realistici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Dove siamo nel percorso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21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Dopo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identita'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permessi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governance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passiamo al livello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rete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rete decide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chi raggiunge cosa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su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quale porta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Qui iniziamo dalla parte piu' concreta: una VM gia' esistente e il suo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NSG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Una VM gia' esistente con il suo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NSG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e' un buon caso iniziale per leggere l'effetto delle regole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I pezzi minimi della rete in Azure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10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Oggetto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A cosa serve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VNet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8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La rete privata nel cloud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18562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Subnet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18562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Una porzione della VNet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1047" y="23134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NIC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23134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La scheda di rete della VM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81047" y="277063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Public 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5847" y="277063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L'indirizzo pubblico per accesso da Internet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1047" y="3439160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NSG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5847" y="3439160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Le regole che permettono o bloccano traffico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199128"/>
            <a:ext cx="9966960" cy="1000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Per il caso RDP bastano soprattutto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VM + Public IP + NSG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VNet e Subnet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82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VNet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e' la tua rete privata in Azure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Subnet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divide la rete in zone piu' piccole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Le subnet servono per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separare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carichi di lavoro e applicare regole diverse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Piu' avanti useremo questa logica per distinguere frontend, backend 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NSG: concetti chiave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69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Network Security Group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contiene regole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Allow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Deny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Le regole valgono su traffico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inbound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outbound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 NSG si puo' associare a una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subnet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o a una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NIC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Le regole hanno una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priority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numero piu' basso = precedenza piu' alta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Le regole di default esistono gia', ma le regole custom possono prevalere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RDP: condizioni minime di accesso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71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VM Windows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accesa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Public IP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sulla VM, se il collegamento e' diretto da Internet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Una regola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inbound TCP 3389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che consenta il traffico verso la VM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Credenziali valide della macchina virtuale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“Se la porta 3389 non e' consentita, la connessione RDP non parte.”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Dove lo vedi nel portale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931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Apri 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Virtual machine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Nel menu vai su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Networking &gt; Network settings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Controlla se c'e' una regola che consente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TCP 3389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Apri il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Network security group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associato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Inbound security rules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leggi, modifichi o elimini la regola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Caso guida: RDP e regola 3389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531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 esiste una regola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inbound TCP 3389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che consente il traffico, la VM puo' accettare nuove connessioni RDP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 la regola manca oppure viene negata, la connessione RDP fallisce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L'esito dipende anche da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priority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source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protocol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scope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punto non e' memorizzare clic, ma leggere il legame tra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regola di rete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accessibilita'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della VM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La rete non e' sfondo: decide concretamente se un accesso e' possibile oppure no.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Attenzione: cosa osservare davvero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59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Gli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NSG sono stateful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una sessione gia' aperta puo' restare attiva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 togli la regola, di solito falliscono le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nuove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connessioni RDP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stessa porta puo' avere esiti diversi in base 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priority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source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scope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Una regola con source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My IP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e' piu' sicura di una con source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Any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Sviluppi del tema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76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Subnet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segmentazione della rete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Differenza tra NSG su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subnet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su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NIC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Effective security rules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verifica del risultato finale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Altri casi: HTTP, HTTPS, regole troppo larghe, regole troppo strette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Il punto chiave e' che una regola di rete cambia davvero il comportamento della VM.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