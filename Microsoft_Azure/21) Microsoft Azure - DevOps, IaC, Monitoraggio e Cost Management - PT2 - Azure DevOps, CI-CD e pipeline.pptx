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gi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237" y="1870662"/>
            <a:ext cx="5951220" cy="510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810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DOCENTE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Federico Laurianti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UNITÀ FORMATIVA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Microsoft Azure (100 ore)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387042"/>
            <a:ext cx="4114800" cy="947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ARGOMENTO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387042"/>
            <a:ext cx="4114800" cy="947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DevOps, IaC, Monitoraggio e Cost Management - PT2: Azure DevOps, CI/CD e pipeline (2 ore)</a:t>
            </a:r>
          </a:p>
        </p:txBody>
      </p:sp>
      <p:pic>
        <p:nvPicPr>
          <p:cNvPr id="9" name="Picture 8" descr="its-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874" y="4426410"/>
            <a:ext cx="1247948" cy="685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A3C6E"/>
                </a:solidFill>
                <a:latin typeface="Segoe UI"/>
              </a:rPr>
              <a:t>Azure DevOps, CI/CD 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C0392B"/>
                </a:solidFill>
                <a:latin typeface="Segoe UI"/>
              </a:rPr>
              <a:t>Dalla cultura DevOps agli strumenti che portano il codice in produzione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Argomenti (2 ore)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07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Cos'è il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DevOps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e cosa sono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CI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CD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Il panorama degli strumenti (Azure DevOps, GitHub Actions, Jenkins)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Azure DevOps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organization, project e i servizi che lega insieme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Boards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(agile) 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Repos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(branch, Pull Request)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Pipelines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struttura stage → job → step, agent e agent pool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Parallelismo e dipendenze; la pipeline come file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YAML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Artifacts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e feed,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Wiki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service connections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e settings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Cos'è il DevOps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45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DevOps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= unire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sviluppo (Dev)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operations (Ops)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in un unico flusso.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Obiettivo: rilasciare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più spesso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in modo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affidabile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automatizzato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Meno passaggi manuali, più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ripetibilità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tracciabilità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Non è (solo) uno strumento: è una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cultura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un modo di lavorare.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codice attraversa un ciclo continuo: scrivi → integra → testa → rilascia.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CI e CD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21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CI - Continuous Integration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a ogni modifica il codice viene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integrato, buildato e testato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in automatico.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CD - Continuous Delivery/Deployment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il risultato viene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rilasciato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verso gli ambienti in modo automatizzato.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trova presto i problemi; 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rende il rilascio ripetibile.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Insieme formano 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pipeline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dal commit fino al deploy.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Il panorama degli strumenti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413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Più piattaforme fanno CI/CD, con logiche simili: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Azure DevOps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la suite integrata di Microsoft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GitHub Actions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CI/CD dentro GitHub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Jenkins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storico, open source, molto flessibile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Cambiano nomi e sintassi, non l'idea di fondo: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automatizzare build e rilascio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In questo modulo usiamo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Azure DevOps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come riferimento.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Cos'è Azure DevOps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07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Una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suite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che lega insieme più servizi in un unico posto: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Boards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— gestione dei task, anche in modalità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agile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Repos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— repository di codice (Git)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Pipelines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— build e rilascio (CI/CD)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Artifacts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— pacchetti e librerie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Wiki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— documentazione del progetto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Il valore: codice, attività, rilascio e documentazione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collegati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Organization e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17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Organization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il contenitore di primo livello (l'azienda/il team).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Project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al suo interno, il singolo progetto con i suoi servizi.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Le impostazioni esistono 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due livelli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Organization settings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(validi per tutti i progetti)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Project settings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(specifici del progetto)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Qui si gestiscono utenti, permessi, agent pool e connessioni.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Azure Boards: gestire il lavoro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69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Boards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organizza il lavoro in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task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gestibili in modalità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agile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Elementi tipici: work item, user story, task, bug, sprint/board.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Rende visibile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chi fa cosa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a che punto è.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Collega il lavoro pianificato al codice e ai rilasci.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È la parte "gestione progetto" della suite, non solo tecnica.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Azure Repos: branch e Pull Request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07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Repos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ospita il codice in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Git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Si lavora su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branch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separati per non toccare direttamente il codice principale.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Pull Request (PR)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propone di unire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source branch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in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target branch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PR permette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revisione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commenti e controlli prima del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merge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È il punto in cui il codice viene discusso e approvato, non solo scritto.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Azure Pipelines: stage, job,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413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pipeline è strutturata su tre livelli: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Stage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grandi fasi (es. build, test, deploy)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Job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un gruppo di passi che gira su un agent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Step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la singola azione (comando, task)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Uno stage contiene job, un job contiene step.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Questa struttura rende la pipeline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leggibile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componibile.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Dove gira la pipeline: agent e agent pool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417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job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gira su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agent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la macchina che esegue i passi.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Due tipi di agent: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Microsoft-hosted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forniti e gestiti da Azure, pronti all'uso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      ○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Self-hosted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macchine tue, che gestisci e configuri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Gli agent stanno in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agent pool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(un insieme di agent disponibili).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 ne possono aggiungere per lavorare in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parallelo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Parallelismo e dipendenze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59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Con un solo agent i job restano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in coda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; con più agent girano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in parallelo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Stage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job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possono essere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parallelizzabili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oppure no.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Possono anche essere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dipendenti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l'uno dall'altro (uno parte solo se l'altro finisce).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Progettare bene dipendenze e parallelismo = pipeline più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veloce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ordinata.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La pipeline è un file YAML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07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pipeline si descrive in un file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YAML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versionato nel repository.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Vantaggio: la pipeline è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codice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(pipeline as code), tracciabile e riutilizzabile.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Definisce stage, job, step, trigger e agent da usare.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portale offre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assistant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che aiuta a costruire lo YAML passo passo.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Così la definizione del rilascio vive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insieme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al codice.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Azure Artifacts e feed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59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Artifacts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conserva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pacchetti e librerie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prodotti o usati dai progetti.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 pacchetti si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pushano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in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feed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un contenitore di pacchetti versionati.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Le pipeline possono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pubblicare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in un feed e altri progetti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consumarlo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Serve a condividere componenti in modo controllato, senza copiarli a mano.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Wiki e service connections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59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Azure Wiki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la documentazione del progetto, dentro Azure DevOps.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Service connection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una connessione sicura verso risorse esterne (es. una subscription Azure, un registry).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Permette alla pipeline di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autenticarsi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agire su quelle risorse senza credenziali sparse.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Si configurano nei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project settings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insieme a permessi e agent pool.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Da portare a casa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45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DevOps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= cultura di sviluppo e rilascio automatizzato;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integra,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rilascia.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Azure DevOps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lega Boards, Repos, Pipelines, Artifacts e Wiki in un unico posto.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Codice su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Repos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con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branch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Pull Request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(source → target, review, merge).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pipeline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(YAML) è fatta di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stage → job → step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gira su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agent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in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pool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Parallelismo e dipendenze la rendono efficiente;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Artifacts/feed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service connections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la collegano al resto.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