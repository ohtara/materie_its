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azure/container-registry/container-registry-get-started-portal" TargetMode="External"/><Relationship Id="rId3" Type="http://schemas.openxmlformats.org/officeDocument/2006/relationships/hyperlink" Target="https://learn.microsoft.com/azure/app-service/quickstart-custom-container" TargetMode="External"/><Relationship Id="rId4" Type="http://schemas.openxmlformats.org/officeDocument/2006/relationships/hyperlink" Target="https://learn.microsoft.com/azure/container-instances/container-instances-quickstart-portal" TargetMode="External"/><Relationship Id="rId5" Type="http://schemas.openxmlformats.org/officeDocument/2006/relationships/hyperlink" Target="https://learn.microsoft.com/azure/azure-functions/functions-create-function-app-portal" TargetMode="External"/><Relationship Id="rId6" Type="http://schemas.openxmlformats.org/officeDocument/2006/relationships/hyperlink" Target="https://learn.microsoft.com/azure/azure-functions/functions-develop-vs-code" TargetMode="External"/><Relationship Id="rId7" Type="http://schemas.openxmlformats.org/officeDocument/2006/relationships/hyperlink" Target="https://learn.microsoft.com/azure/azure-functions/functions-bindings-cosmosdb-v2" TargetMode="External"/><Relationship Id="rId8" Type="http://schemas.openxmlformats.org/officeDocument/2006/relationships/hyperlink" Target="https://learn.microsoft.com/azure/cosmos-db/nosql/quickstart-port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Esercitazione: applicazione end-to-end con container, Functions e Cosmos DB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Esercitazione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Frontend containerizzato, backend serverless, dati su Cosmos DB: 4 ore di laboratorio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Obiettivo in parole povere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Costruire una piccola applicazione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completa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Azure: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frontend containerizzato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con l'immagine nel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vostro registry privato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backend serverless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 più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database NoSQL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dove i dati vengono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scritti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riletti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“Tutto con servizi già visti. Il valore non è il codice: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far parlare i pezzi tra loro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L'architettura da realizzare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249935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Utente (browser)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|  HTTP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v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Frontend containerizzato          &lt;--- pull immagine ---  Azure Container Registry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(App Service for Containers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oppure Container Instance)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|  chiamate HTTP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v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Function App  ---- output binding: scrive ----&gt;  Cosmos DB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&lt;--- input binding: legge -----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3262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Il flusso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utente → frontend → functions → Cosmos DB → e ritorno a video.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Tecnologie obbligatorie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Ruolo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Container Registry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conserva la vostra immagine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 Service for Containers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</a:t>
            </a:r>
            <a:r>
              <a:rPr sz="1600" b="0" i="1">
                <a:solidFill>
                  <a:srgbClr val="333333"/>
                </a:solidFill>
                <a:latin typeface="Segoe UI"/>
              </a:rPr>
              <a:t>oppure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Container 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esegue il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5247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5247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backend (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almeno 2 functions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29819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Cosmos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9819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database (scrittura + lettura via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binding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1928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Stack del backend a scelta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Node.js, Python, C#…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usare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VM, database relazionali, Service Bus, Event Grid.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Organizzazione del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80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4 ore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con pausa a metà. I tempi li gestite voi.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Ordine consigliato: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Cosmos DB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(database + container): è la base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Function App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+ functions + binding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Container Registry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+ push dell'immagine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Frontend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che gira dall'immagine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Collegamento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frontend → functions e prova finale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Regola d'oro: fate funzionare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un pezzo alla volta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provatelo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prima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di andare avanti.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1: Cosmos DB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3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Create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account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database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container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Scegliete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partition key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sensata: dovrete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motivarla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Verificate subito: inserite un item a mano dal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 Explorer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“Se il Data Explorer funziona, la base c'è. Solo allora passate al backend.”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2: Function App (il backend)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Almeno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due functions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una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scrive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una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legge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 Trigger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HTTP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dati via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binding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Consigliato: VS Code + estensione [Azure Functions](https://marketplace.visualstudio.com/items?itemName=ms-azuretools.vscode-azurefunctions)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(crea, prova in locale, poi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Deploy to Function App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alternativa,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Core Tools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959352"/>
            <a:ext cx="9601200" cy="1219196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func init MioBackend --worker-runtime node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func new --template "HTTP trigger" --name CreaRichiesta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func start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func azure functionapp publish &lt;nome-function-app&gt;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3: I binding con Cosmos DB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1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Output binding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la function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scrive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l'item su Cosmos, senza codice di connessione.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Input binding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la function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riceve già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 dati letti da Cosmos.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Vanno configurati: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connessione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database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container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(e la query, per la lettura).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“È il senso dei binding: il collegamento al dato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configurazione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, non codice.”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4: Immagine e Container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Scrivete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Dockerfile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il frontend (basta una pagina o una mini app).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Create il registry, buildate e pushate: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065272"/>
            <a:ext cx="9601200" cy="2285991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acr create -g &lt;resource-group&gt; -n &lt;registry&gt; --sku Basic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# opzione A: build in cloud (non serve Docker in locale)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acr build -r &lt;registry&gt; -t frontend:v1 .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# opzione B: build in locale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acr login -n &lt;registry&gt;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docker build -t &lt;registry&gt;.azurecr.io/frontend:v1 .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docker push &lt;registry&gt;.azurecr.io/frontend:v1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42703"/>
            <a:ext cx="996696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Verificate l'immagine nei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Repositories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registry.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5: Frontend containerizzato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Pubblicate il frontend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dall'immagine del vostro ACR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 Due strade: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927352"/>
            <a:ext cx="9601200" cy="2285991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# A) App Service for Containers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appservice plan create -g &lt;rg&gt; -n &lt;piano&gt; --is-linux --sku B1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webapp create -g &lt;rg&gt; -p &lt;piano&gt; -n &lt;nome-app&gt;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--container-image-name &lt;registry&gt;.azurecr.io/frontend:v1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# B) Azure Container Instance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container create -g &lt;rg&gt; -n frontend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--image &lt;registry&gt;.azurecr.io/frontend:v1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--dns-name-label &lt;nome-unico&gt; --ports 80 --registry-login-server &lt;registry&gt;.azurecr.io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04783"/>
            <a:ext cx="9966960" cy="186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⚠️ Il servizio deve poter fare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pull dal registry privato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serve un'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autorizzazione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Motivate la scelta: perché App Service e non ACI (o viceversa)?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6: Collegare tutto (end-to-end)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15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frontend deve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chiamare davvero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 functions (URL della Function App).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Invio del form → il dato finisce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 Cosmos DB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Elenco → i dati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arrivano da Cosmos DB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si vedono a video.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⚠️ Se il browser blocca le chiamate: è un problema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sulla Function App.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Prova finale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inserite un dato dal frontend e ritrovatelo nel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 Explorer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Usate la documentazione Microsoft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36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Non serve sapere tutto a memoria: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si va sulla documentazione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2"/>
              </a:rPr>
              <a:t>Container Registry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3"/>
              </a:rPr>
              <a:t>App Service for Containers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4"/>
              </a:rPr>
              <a:t>Container Instances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5"/>
              </a:rPr>
              <a:t>Azure Functions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6"/>
              </a:rPr>
              <a:t>Functions con VS Code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7"/>
              </a:rPr>
              <a:t>Binding Cosmos DB per Functions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0" i="0" u="sng">
                <a:solidFill>
                  <a:srgbClr val="1558B0"/>
                </a:solidFill>
                <a:latin typeface="Segoe UI"/>
                <a:hlinkClick r:id="rId8"/>
              </a:rPr>
              <a:t>Cosmos 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consegnare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671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PDF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 gli screenshot delle cose principali, quelle che fanno capire che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sta in piedi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risorse create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(il resource group con dentro tutto)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frontend online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(la pagina che risponde)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database che si riempie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(gli item su Cosmos, dal Data Explorer)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codice delle function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(con i binding) e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codice del frontend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(+ Dockerfile)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schema dell'architettura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Ogni pezzo va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spiegato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cosa fa e perché avete scelto così (partition key, App Service o ACI, stack).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Lavoro di gruppo: massimo 2-3 persone.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Suggerimenti ed errori tipici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31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Isolate il problema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non funziona, provate la function dal portale prima di accusare il frontend.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è la causa numero uno del "dal browser non va, ma da Test sì".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Pull dal registry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il container non parte, spesso è l'autorizzazione verso l'ACR.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Partition key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sceglietela pensando a come leggerete i dati, non a caso.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Taglie minime / piani free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è un lab, non serve potenza.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Tutto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un solo resource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naming coerente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