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gio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0237" y="1870662"/>
            <a:ext cx="5951220" cy="510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981047" y="24726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DOCENTE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5847" y="24726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Federico Laurianti</a:t>
            </a:r>
          </a:p>
        </p:txBody>
      </p:sp>
      <p:sp>
        <p:nvSpPr>
          <p:cNvPr id="5" name="Rectangle 4"/>
          <p:cNvSpPr/>
          <p:nvPr/>
        </p:nvSpPr>
        <p:spPr>
          <a:xfrm>
            <a:off x="1981047" y="29298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UNITA' FORMATIVA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5847" y="29298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Microsoft Azure (100 ore)</a:t>
            </a:r>
          </a:p>
        </p:txBody>
      </p:sp>
      <p:sp>
        <p:nvSpPr>
          <p:cNvPr id="7" name="Rectangle 6"/>
          <p:cNvSpPr/>
          <p:nvPr/>
        </p:nvSpPr>
        <p:spPr>
          <a:xfrm>
            <a:off x="1981047" y="33870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ARGOMENTO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5847" y="33870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Reti su Azure - Parte 2 (3 ore)</a:t>
            </a:r>
          </a:p>
        </p:txBody>
      </p:sp>
      <p:pic>
        <p:nvPicPr>
          <p:cNvPr id="9" name="Picture 8" descr="its-i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1874" y="3935682"/>
            <a:ext cx="1247948" cy="6858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1A3C6E"/>
                </a:solidFill>
                <a:latin typeface="Segoe UI"/>
              </a:rPr>
              <a:t>Reti su Azure - Parte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C0392B"/>
                </a:solidFill>
                <a:latin typeface="Segoe UI"/>
              </a:rPr>
              <a:t>NSG su subnet e NIC, effective rules, HTTP/HTTPS e troubleshooting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Argomenti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Ripresa dei concetti chiave della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Parte 1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Differenza tra NSG su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subnet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NSG su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NIC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Effective security rules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dove leggere il risultato finale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Casi tipici: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HTTP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HTTPS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su una VM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Metodo di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troubleshooting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quando un accesso non funziona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Verifica dal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portale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da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Cloud Shell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Ripartenza dalla Parte 1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359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Nella prima parte abbiamo visto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VNet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subnet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NSG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caso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RDP 3389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punto chiave era semplice: una regola di rete cambia davvero il comportamento della VM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Ora facciamo un passo in piu': capire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dove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applicare la regola 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come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leggere l'effetto complessivo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Non basta vedere un NSG nel portale: bisogna capire se e' quello che decide davvero il traffico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Subnet e NIC: due livelli diversi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81047" y="94183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Livello</a:t>
            </a:r>
          </a:p>
        </p:txBody>
      </p:sp>
      <p:sp>
        <p:nvSpPr>
          <p:cNvPr id="5" name="Rectangle 4"/>
          <p:cNvSpPr/>
          <p:nvPr/>
        </p:nvSpPr>
        <p:spPr>
          <a:xfrm>
            <a:off x="4724247" y="94183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Cosa protegge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67447" y="94183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Quando e' utile</a:t>
            </a:r>
          </a:p>
        </p:txBody>
      </p:sp>
      <p:sp>
        <p:nvSpPr>
          <p:cNvPr id="7" name="Rectangle 6"/>
          <p:cNvSpPr/>
          <p:nvPr/>
        </p:nvSpPr>
        <p:spPr>
          <a:xfrm>
            <a:off x="1981047" y="1399032"/>
            <a:ext cx="27432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Subnet</a:t>
            </a:r>
          </a:p>
        </p:txBody>
      </p:sp>
      <p:sp>
        <p:nvSpPr>
          <p:cNvPr id="8" name="Rectangle 7"/>
          <p:cNvSpPr/>
          <p:nvPr/>
        </p:nvSpPr>
        <p:spPr>
          <a:xfrm>
            <a:off x="4724247" y="1399032"/>
            <a:ext cx="27432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Un insieme di risorse nella stessa porzione di rete</a:t>
            </a:r>
          </a:p>
        </p:txBody>
      </p:sp>
      <p:sp>
        <p:nvSpPr>
          <p:cNvPr id="9" name="Rectangle 8"/>
          <p:cNvSpPr/>
          <p:nvPr/>
        </p:nvSpPr>
        <p:spPr>
          <a:xfrm>
            <a:off x="7467447" y="1399032"/>
            <a:ext cx="27432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Per regole comuni a piu' VM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81047" y="2067560"/>
            <a:ext cx="27432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NIC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24247" y="2067560"/>
            <a:ext cx="27432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Una singola interfaccia di rete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67447" y="2067560"/>
            <a:ext cx="27432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Per eccezioni o casi specifici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827528"/>
            <a:ext cx="9966960" cy="148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Azure permette di usare NSG su entrambi i livelli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punto non e' aggiungere regole ovunque, ma capire quale livello ha senso usare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Quando ha senso lavorare sulla subnet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3769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Quando piu' VM dello stesso livello applicativo devono seguire le stesse regole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Quando vuoi separare bene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frontend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backend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zone amministrative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Quando vuoi una vista piu' ordinata della segmentazione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Quando la regola descrive il comportamento atteso di tutta una porzione di rete</a:t>
            </a:r>
          </a:p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La subnet e' il posto naturale per la policy comune.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Quando ha senso lavorare sulla NIC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415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Quando una singola VM ha bisogno di un'eccezione temporanea o mirata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Quando vuoi differenziare una macchina senza cambiare tutta la subnet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Quando stai facendo verifica o isolamento di un nodo specifico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Se usi troppe eccezioni a livello NIC, pero', la lettura della rete diventa meno chiara</a:t>
            </a:r>
          </a:p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Una regola sulla NIC e' potente, ma va usata con criterio.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Cosa conta davvero nel risultato finale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3619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73352"/>
            <a:ext cx="9966960" cy="4531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traffico reale dipende dalla combinazione delle regole visibili sulla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subnet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sulla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NIC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Guardare una sola regola spesso porta a conclusioni sbagliate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Se un livello blocca il traffico necessario, l'accesso fallisce anche se altrove vedi un allow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Per questo Azure offre una vista di sintesi: le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effective security rules</a:t>
            </a:r>
          </a:p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Il problema non e' trovare una regola, ma capire l'effetto finale.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Effective security rules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4531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Sono la vista che aiuta a leggere il comportamento effettivo della VM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Riassumono regole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default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regole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custom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che incidono sul traffico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Sono utili quando una VM non risponde e vuoi evitare di controllare oggetti a caso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Non sostituiscono il ragionamento, ma evitano errori di lettura del contesto</a:t>
            </a:r>
          </a:p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Se devi capire perche' una VM non e' raggiungibile, questa e' una verifica centrale.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Caso tipico: pubblicare HTTP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432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Per raggiungere una pagina web su una VM servono almeno questi elementi: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Una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Public IP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associata al percorso corretto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Una regola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inbound TCP 80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coerente con il livello scelto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Un servizio nella VM che ascolta davvero sulla porta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80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Nessun blocco effettivo che annulli quel traffico</a:t>
            </a:r>
          </a:p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La rete da sola non basta: deve esserci anche qualcosa che risponde dentro la VM.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Caso tipico: pubblicare HTTPS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4531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Dal punto di vista della rete,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HTTPS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significa soprattutto porta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443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certificato non risolve una regola mancante: se 443 non passa, il servizio resta irraggiungibile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In alcuni casi si lascia aperta anche la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80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per reindirizzare verso 443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In altri casi si espone solo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443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per ridurre la superficie visibile</a:t>
            </a:r>
          </a:p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La regola di rete decide il passaggio, il servizio applicativo decide la risposta corretta.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Regole troppo larghe e regole troppo strette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3619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81047" y="16733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Situazione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5847" y="16733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Rischio</a:t>
            </a:r>
          </a:p>
        </p:txBody>
      </p:sp>
      <p:sp>
        <p:nvSpPr>
          <p:cNvPr id="6" name="Rectangle 5"/>
          <p:cNvSpPr/>
          <p:nvPr/>
        </p:nvSpPr>
        <p:spPr>
          <a:xfrm>
            <a:off x="1981047" y="21305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Source = Any</a:t>
            </a:r>
            <a:r>
              <a:rPr sz="1600" b="0" i="0">
                <a:solidFill>
                  <a:srgbClr val="333333"/>
                </a:solidFill>
                <a:latin typeface="Segoe UI"/>
              </a:rPr>
              <a:t> su porta sensibile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5847" y="21305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Espone troppo la VM</a:t>
            </a:r>
          </a:p>
        </p:txBody>
      </p:sp>
      <p:sp>
        <p:nvSpPr>
          <p:cNvPr id="8" name="Rectangle 7"/>
          <p:cNvSpPr/>
          <p:nvPr/>
        </p:nvSpPr>
        <p:spPr>
          <a:xfrm>
            <a:off x="1981047" y="25877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Priority</a:t>
            </a:r>
            <a:r>
              <a:rPr sz="1600" b="0" i="0">
                <a:solidFill>
                  <a:srgbClr val="333333"/>
                </a:solidFill>
                <a:latin typeface="Segoe UI"/>
              </a:rPr>
              <a:t> non ragionata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5847" y="25877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Una regola inattesa puo' prevalere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81047" y="30449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Apertura su subnet intera senza motivo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5847" y="30449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Allarga la superficie di attacco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81047" y="3502152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Regola troppo specifica o nel punto sbagliato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5847" y="3502152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Il traffico legittimo non passa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262120"/>
            <a:ext cx="9966960" cy="1000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La sicurezza non e' solo aprire o chiudere: e' aprire bene, nel punto giusto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Metodo di troubleshooting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346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Verifica se esiste un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Public IP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o un percorso di accesso coerente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Controlla la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porta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corretta: 3389, 80, 443 o altra porta prevista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Leggi NSG su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subnet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e su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NIC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Controlla le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effective security rules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Verifica che il servizio nella VM stia davvero ascoltando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Solo dopo passa ai dettagli piu' fini</a:t>
            </a:r>
          </a:p>
          <a:p>
            <a:pPr>
              <a:spcBef>
                <a:spcPts val="10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Il troubleshooting efficace parte da una sequenza chiara, non da clic casuali.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Dove lo verifichi da Cloud Shell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295247" y="941832"/>
            <a:ext cx="9601200" cy="1005837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>
            <a:norm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az network nsg rule list --resource-group &lt;rg&gt; --nsg-name &lt;nsg-name&gt; --output table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az network nic list-effective-nsg --resource-group &lt;rg&gt; --name &lt;nic-name&gt;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az vm list-ip-addresses --resource-group &lt;rg&gt; --name &lt;vm-name&gt;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39109"/>
            <a:ext cx="9966960" cy="158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primo comando elenca le regole dell'NSG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secondo aiuta a leggere l'effetto effettivo sulla NIC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terzo mostra gli indirizzi associati alla VM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Chiusura del blocco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366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Con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VNet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Subnet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NSG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ed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effective rules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hai il minimo per leggere molti problemi reali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La rete in Azure non e' solo configurazione: e' controllo dell'accesso e riduzione del rischio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passo successivo puo' essere ampliare il quadro con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routing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peering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accessi piu' strutturati</a:t>
            </a:r>
          </a:p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Prima di creare nuove risorse, conviene saper leggere bene il comportamento della rete.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