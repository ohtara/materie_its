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UNITÀ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3870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3870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Reti su Azure - Parte 3 (4 ore)</a:t>
            </a:r>
          </a:p>
        </p:txBody>
      </p:sp>
      <p:pic>
        <p:nvPicPr>
          <p:cNvPr id="9" name="Picture 8" descr="its-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3935682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3C6E"/>
                </a:solidFill>
                <a:latin typeface="Segoe UI"/>
              </a:rPr>
              <a:t>Reti su Azure - Parte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C0392B"/>
                </a:solidFill>
                <a:latin typeface="Segoe UI"/>
              </a:rPr>
              <a:t>Routing, peering, pubblicazione e accessi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Cosa chiudiamo oggi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59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completiamo il quadro rispetto alla Parte 2 con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routing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peering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accessi più strutturati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colleghiamo ogni esigenza al servizio giusto: cambiare percorso, collegare reti, pubblicare, tenere privato, amministrare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distinguiamo i ruoli principali dei servizi di rete Azure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l'obiettivo è leggere una topologia e scegliere il servizio adatto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La rete in tre domande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Dove sta la risorsa? In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Virtual network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dentro una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Subnet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Ha un indirizzo solo interno o anche pubblico? Qui entra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Public IP address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Chi può raggiungerla? Lo decidono le regole del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Network Security Group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devo ragionare su gruppi di VM, uso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Application Security Group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senso è semplice: posizione, indirizzo, regole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Se il traffico deve cambiare strada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69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Una regola può dire "puoi passare", ma serve anche sapere dove vai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In Azure la risorsa si chiama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Route table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Dentro ci metti le route personalizzate, cioè le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UDR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Esempio: una subnet deve uscire solo passando da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Firewall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Quindi: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NSG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decide se passi,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Route table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decide il percorso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Se devo collegare due reti Azure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69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nome da ricordare è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VNet peering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Serve quando due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Virtual network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devono parlarsi direttamente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stai pubblicando su Internet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stai ancora collegando una sede esterna: stai collegando Azure con Azure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Domanda pratica: devo unire due reti cloud o portare dentro una rete da fuori?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Collegare una sede o una persona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invece la rete arriva da fuori Azure, entra in gioco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Virtual network gateway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Site-to-Site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collega Azure a una sede o a un data center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Point-to-Site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collega un singolo computer ad Azure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Local network gateway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serve a descrivere la rete esterna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Qui chiudiamo l'idea di accessi più strutturati: peering tra reti Azure, gateway verso l'esterno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Quando la rete cresce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21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ExpressRoute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collega Azure a reti aziendali con una connessione dedicata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Virtual WAN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organizza connettività tra sedi, utenti remoti e reti cloud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entrano in gioco quando aumentano sedi, percorsi e punti di accesso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completano il quadro della connettività ibrida e multi-sede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Pubblicare un servizio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 devo...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Uso...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distribuire traffico tra VM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Azure Load Balancer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pubblicare un sito o una web 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Azure Application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04872"/>
            <a:ext cx="99669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Load Balancer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ragiona da rete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Application Gateway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ragiona da applicazione web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Esempio: due VM dietro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Load Balancer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portale studenti con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Application Gateway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Se gli utenti sono distribuiti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59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Front Door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gestisce ingressi globali vicini agli utenti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lavora bene quando il traffico arriva da aree geografiche diverse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Load Balancer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Application Gateway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coprono invece ingressi regionali o applicativi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scelta dipende da dove stanno gli utenti e da come entra il traffico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I nomi contano quanto gli IP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282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il nome punta male, sembra che la rete non funzioni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distinguiamo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DNS zones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pubbliche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Private DNS zones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quando usi servizi privati, anche il DNS entra nella soluzione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risoluzione dei nomi e indirizzi IP lavorano insieme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Portare un servizio dentro la rete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59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domanda pratica è: il servizio resta pubblico o entra davvero nella rete?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Private Endpoint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porta il servizio dentro la rete privata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Service Endpoints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mantengono il servizio pubblico, ma ne limitano l'accesso alla rete autorizzata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qui distinguiamo accesso privato e servizio pubblico filtrato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Proteggere i servizi esposti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21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Network Security Group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regola il traffico su subnet e schede di rete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Firewall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filtra il traffico in modo centralizzato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DDoS Protection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difende i servizi pubblici da attacchi volumetrici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qui distinguiamo filtraggio locale, filtraggio centrale e protezione dell'esposizione pubblica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Entrare in una VM senza esporla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59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Lasciare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RDP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SSH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aperti su Internet è comodo, ma rischioso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Bastion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ti fa entrare dal portale senza pubblicare 3389 o 22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Just-in-time VM access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aggiunge un'apertura temporanea quando serve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principio da ricordare è semplice: amministrazione sì, esposizione no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Percorso nel portale Azure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556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Virtual networks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VNet, subnet e peering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Route tables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Network security groups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percorso e regole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Virtual machines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test di connettività e amministrazione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Load balancers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o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Application gateways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pubblicazione del servizio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Storage accounts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Private endpoints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0" i="0">
                <a:solidFill>
                  <a:srgbClr val="333333"/>
                </a:solidFill>
                <a:latin typeface="Consolas"/>
              </a:rPr>
              <a:t>Private DNS zones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: accesso privato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gateway, Firewall, Front Door, DDoS e Virtual WAN: ruolo nel disegno complessivo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Chiusura del blocco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69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rispetto alla Parte 2 il quadro ora include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routing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peering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accessi più strutturati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ogni servizio occupa un punto preciso nel disegno della rete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 nomi aiutano a leggere il portale e l'architettura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con questa parte si chiude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Reti su Azure (IaaS &amp; edge)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da qui in poi il lavoro è applicare questi servizi negli scenari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