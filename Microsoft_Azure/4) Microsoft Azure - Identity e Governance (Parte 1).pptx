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UNITA'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870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870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Identity e Governance - Parte 1 (2 ore)</a:t>
            </a:r>
          </a:p>
        </p:txBody>
      </p:sp>
      <p:pic>
        <p:nvPicPr>
          <p:cNvPr id="9" name="Picture 8" descr="its-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3935682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3C6E"/>
                </a:solidFill>
                <a:latin typeface="Segoe UI"/>
              </a:rPr>
              <a:t>Identity e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C0392B"/>
                </a:solidFill>
                <a:latin typeface="Segoe UI"/>
              </a:rPr>
              <a:t>Come Azure gestisce chi sei, cosa puoi fare e quali regole valgono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Argomenti di oggi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883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Microsoft Entra ID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cos'è, il tenant, il dominio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.onmicrosoft.com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Utenti e gruppi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interni vs esterni, creazione, associazione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App Registration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identità per le applicazioni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Azure Policy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assegnazioni e restrizioni (es. region consentite)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RBAC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cos'è, ruoli, scope, assegnazioni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IAM nel portale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Check Access, Add Role Assignment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MFA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perché è obbligatorio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Nelle prossime lezioni approfondiremo ogni tema e ne aggiungeremo altri.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Microsoft Entra ID (ex Azure AD)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35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1" i="0">
                <a:solidFill>
                  <a:srgbClr val="111111"/>
                </a:solidFill>
                <a:latin typeface="Segoe UI"/>
              </a:rPr>
              <a:t>Microsoft Entra ID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è il servizio di identità e accesso di Azure. Gestisce: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Chi sei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utenti, gruppi, applicazioni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Come ti autentichi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password, MFA, Authenticator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Cosa puoi fare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ruoli, permessi, policy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Ogni organizzazione Azure ha almeno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tenant Entra ID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è il "contenitore" di tutte le identità.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“Pensatelo come l'elenco telefonico dell'organizzazione: contiene tutti gli utenti, i gruppi e le app registrate.”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Il tenant e il dominio .onmicrosoft.com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440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Quando un'organizzazione crea un tenant Entra ID, riceve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dominio di default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Consolas"/>
              </a:rPr>
              <a:t>nomeorganizzazione.onmicrosoft.com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È l'indirizzo univoco del tenant su Azure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Nel vostro caso: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itsictpiemonte.onmicrosoft.com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vostro account istituzionale è collegato a quel tenant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Con la sottoscrizione per studenti, l'accesso a Entra ID è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bloccato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ma il tenant esiste. La sottoscrizione normale permette di gestire utenti, gruppi e 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Utenti: interni ed esterni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69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In Entra ID ci sono due tipi di utenti: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15463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4724247" y="15463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Member (interno)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67447" y="15463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Guest (esterno)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200355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Chi è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4247" y="200355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Appartiene all'organizzazione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67447" y="200355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Invitato da fuori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7" y="2672080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Account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24247" y="2672080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Nel tenant (es. </a:t>
            </a:r>
            <a:r>
              <a:rPr sz="1600" b="0" i="0">
                <a:solidFill>
                  <a:srgbClr val="333333"/>
                </a:solidFill>
                <a:latin typeface="Consolas"/>
              </a:rPr>
              <a:t>mario.rossi@...onmicrosoft.com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67447" y="2672080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Il suo esistente (Gmail, altro tenant)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7" y="3340608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Accesso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4247" y="3340608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Completo (in base ai permessi)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67447" y="3340608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Limitato a ciò che gli è condiviso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00576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Quando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crei un utente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puoi assegnargli subito uno o più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gruppi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esistenti.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Gruppi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5496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gruppi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servono a organizzare gli utenti e semplificare la gestione dei permessi.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Crei un gruppo (es. "Team Sviluppo", "Docenti", "Studenti Anno 1")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Associ uno o più utenti al gruppo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Assegni i permessi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al gruppo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invece che ai singoli utenti</a:t>
            </a:r>
          </a:p>
          <a:p>
            <a:pPr>
              <a:spcBef>
                <a:spcPts val="1000"/>
              </a:spcBef>
            </a:pPr>
            <a:r>
              <a:rPr sz="2400" b="1" i="0">
                <a:solidFill>
                  <a:srgbClr val="111111"/>
                </a:solidFill>
                <a:latin typeface="Segoe UI"/>
              </a:rPr>
              <a:t>Vantaggio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se entra un nuovo membro nel team, lo aggiungi al gruppo e ha subito tutti i permessi necessari. Non devi configurare nulla risorsa per risorsa.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“È lo stesso principio dei gruppi di Active Directory in azienda, ma su cloud.”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App Registration: identità per le applicazioni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459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Anche le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applicazioni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hanno bisogno di un'identità per interagire con Azure.</a:t>
            </a:r>
          </a:p>
          <a:p>
            <a:pPr>
              <a:spcBef>
                <a:spcPts val="1000"/>
              </a:spcBef>
            </a:pPr>
            <a:r>
              <a:rPr sz="2000" b="1" i="0">
                <a:solidFill>
                  <a:srgbClr val="111111"/>
                </a:solidFill>
                <a:latin typeface="Segoe UI"/>
              </a:rPr>
              <a:t>App Registration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crea un'identità nel tenant Entra ID. Esempio: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Terraform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Si registra come app nel tenant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Riceve credenziali (client ID + secret) per autenticarsi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Gli si assegnano i permessi necessari (es. creare VM, gestire rete)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Stessa cosa per: pipeline CI/CD, script di automazione, applicazioni web.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666666"/>
                </a:solidFill>
                <a:latin typeface="Segoe UI"/>
              </a:rPr>
              <a:t>“In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Enterprise Applications</a:t>
            </a:r>
            <a:r>
              <a:rPr sz="2000" b="0" i="0">
                <a:solidFill>
                  <a:srgbClr val="666666"/>
                </a:solidFill>
                <a:latin typeface="Segoe UI"/>
              </a:rPr>
              <a:t> trovi le app già registrate e i relativi permessi.”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Azure Policy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59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1" i="0">
                <a:solidFill>
                  <a:srgbClr val="111111"/>
                </a:solidFill>
                <a:latin typeface="Segoe UI"/>
              </a:rPr>
              <a:t>Azure Policy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impone regole sull'intera sottoscrizione (o su un ambito più ristretto).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Quello che abbiamo visto: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Authoring &gt; Assignments &gt; Allowed resource deployment regions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- solo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5 region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consentite. Se crei una VM in una region non in lista, Azure la blocca.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Le policy servono a: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Impedire errori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nessuno crea risorse dove non dovrebbe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Garantire conformità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regole aziendali applicate automaticamente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Controllare i costi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es. limitare i tipi di VM consentiti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666666"/>
                </a:solidFill>
                <a:latin typeface="Segoe UI"/>
              </a:rPr>
              <a:t>“La policy non è un permesso: è una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regola imposta dall'alto</a:t>
            </a:r>
            <a:r>
              <a:rPr sz="2000" b="0" i="0">
                <a:solidFill>
                  <a:srgbClr val="666666"/>
                </a:solidFill>
                <a:latin typeface="Segoe UI"/>
              </a:rPr>
              <a:t> che vale per tutti, indipendentemente dal ruolo.”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RBAC: Role-Based Access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823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1" i="0">
                <a:solidFill>
                  <a:srgbClr val="111111"/>
                </a:solidFill>
                <a:latin typeface="Segoe UI"/>
              </a:rPr>
              <a:t>RBAC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è il modello con cui Azure gestisce i permessi. Tre domande: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Chi?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- un utente, un gruppo, un'app (il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principal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)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Cosa può fare?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- un insieme di azioni (il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ruolo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)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Dove?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- a quale livello si applica (lo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scope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)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Esempio: "Mario (chi) ha il ruolo Contributor (cosa) sul Resource Group Lab-01 (dove)."</a:t>
            </a:r>
          </a:p>
          <a:p>
            <a:pPr>
              <a:spcBef>
                <a:spcPts val="1000"/>
              </a:spcBef>
            </a:pPr>
            <a:r>
              <a:rPr sz="2000" b="1" i="0">
                <a:solidFill>
                  <a:srgbClr val="111111"/>
                </a:solidFill>
                <a:latin typeface="Segoe UI"/>
              </a:rPr>
              <a:t>Lo scope è gerarchico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(i permessi si ereditano dall'alto verso il basso):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Management Group &gt; Subscription &gt; Resource Group &gt; Resource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Reader sulla Subscription = Reader su tutti i Resource Group e risorse al suo interno.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Ruoli principali di Azure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Alcuni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ruoli predefiniti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(built-in) che incontrate spesso: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1927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Ruolo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1927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Cosa può fare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2384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Owner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2384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Tutto, compreso assegnare ruoli ad altri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047" y="2841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Contributor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2841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Tutto tranne assegnare ruoli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7" y="3298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Reader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3298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Solo leggere, non può modificare nulla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1047" y="37561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User Access Administrator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847" y="37561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Gestisce solo chi ha accesso a cosa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04792"/>
            <a:ext cx="9966960" cy="234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Esistono anche ruoli specifici per servizio (es. "Virtual Machine Contributor", "Storage Blob Data Reader").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“Un permesso (role assignment) può avere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data di scadenza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: dopo quella data, l'accesso viene rimosso automaticamente.”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IAM nel portale: Check Access e Add Role Assignment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427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Su qualsiasi risorsa o Resource Group, c'è il pannello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Access control (IAM)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000" b="1" i="0">
                <a:solidFill>
                  <a:srgbClr val="111111"/>
                </a:solidFill>
                <a:latin typeface="Segoe UI"/>
              </a:rPr>
              <a:t>Check Access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cerchi una persona e vedi che ruolo ha (anche permessi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ereditati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).</a:t>
            </a:r>
          </a:p>
          <a:p>
            <a:pPr>
              <a:spcBef>
                <a:spcPts val="1000"/>
              </a:spcBef>
            </a:pPr>
            <a:r>
              <a:rPr sz="2000" b="1" i="0">
                <a:solidFill>
                  <a:srgbClr val="111111"/>
                </a:solidFill>
                <a:latin typeface="Segoe UI"/>
              </a:rPr>
              <a:t>Add role assignment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richiede 3 cose: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Role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Owner, Contributor, Reader, ecc.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Members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User/group/service principal oppure Managed identity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Confermi e il permesso è attivo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666666"/>
                </a:solidFill>
                <a:latin typeface="Segoe UI"/>
              </a:rPr>
              <a:t>“Cliccando su un utente o gruppo nel pannello IAM, puoi vederne info e metadati.”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Service Principal vs Managed Identity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Nell'Add Role Assignment avete visto due tipi di identità non-umane: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19273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4724247" y="19273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Service Principal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467447" y="19273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Managed Identity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23845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Chi la crea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4247" y="23845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Tu (App Registration)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67447" y="23845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Azure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7" y="28417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Credenziali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24247" y="28417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Tu le gestisci (secret)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67447" y="28417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Azure le gestisce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7" y="329895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Uso tipico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4247" y="329895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Servizi esterni (Terraform, GitHub)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67447" y="329895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Servizi Azure (VM, App)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1047" y="396748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Rischio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24247" y="396748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Secret può essere esposto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67447" y="396748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Nessun secret da esporre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16120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1" i="0">
                <a:solidFill>
                  <a:srgbClr val="111111"/>
                </a:solidFill>
                <a:latin typeface="Segoe UI"/>
              </a:rPr>
              <a:t>In breve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se il servizio gira dentro Azure, usa Managed Identity. Se è esterno, serve un Service Principal.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MFA: Multi-Factor Authentication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5013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1" i="0">
                <a:solidFill>
                  <a:srgbClr val="111111"/>
                </a:solidFill>
                <a:latin typeface="Segoe UI"/>
              </a:rPr>
              <a:t>MFA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aggiunge un secondo fattore di verifica oltre alla password.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Qualcosa che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sai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la password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Qualcosa che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hai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il telefono con Microsoft Authenticator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Microsoft lo richiede su tutti i tenant (potete posticipare X volte, poi è obbligatorio). Nel vostro caso: login &gt; notifica su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Authenticator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&gt; approvate.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“Una password rubata non basta più per entrare. L'MFA è il singolo intervento più efficace contro accessi non autorizzati.”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Riepilogo: i pezzi del puzzle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Livello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4247" y="9418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Servizio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467447" y="9418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Domanda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139903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Identità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4247" y="139903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Entra ID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: utenti, gruppi, app, MFA</a:t>
            </a:r>
          </a:p>
        </p:txBody>
      </p:sp>
      <p:sp>
        <p:nvSpPr>
          <p:cNvPr id="9" name="Rectangle 8"/>
          <p:cNvSpPr/>
          <p:nvPr/>
        </p:nvSpPr>
        <p:spPr>
          <a:xfrm>
            <a:off x="7467447" y="139903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Chi sei?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2067560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Permessi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2067560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RBAC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: ruolo + scope = accesso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67447" y="2067560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Cosa puoi fare?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1047" y="2736088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Regole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24247" y="2736088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Azure Policy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: vincoli dall'alto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67447" y="2736088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Cosa è consentito fare?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496056"/>
            <a:ext cx="9966960" cy="158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Entra ID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gestisce le identità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RBAC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assegna i permessi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Policy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impone le regole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Prossime lezioni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883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Quello che abbiamo visto oggi è una panoramica. Nelle prossime 8 ore approfondiremo: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Conditional Access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regole che decidono quando e come puoi accedere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Identity Protection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rilevamento automatico di accessi sospetti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PIM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attivare ruoli privilegiati solo quando servono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Management Groups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organizzare più sottoscrizioni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Policy e iniziative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creare e gestire set di regole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Tagging, naming convention, locks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governance pratica delle risorse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B2B e B2C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gestire identità esterne in scenari reali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