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UNITA'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Identity e Governance - Parte 2 (4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3935682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3C6E"/>
                </a:solidFill>
                <a:latin typeface="Segoe UI"/>
              </a:rPr>
              <a:t>Identity e Governance - Parte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0392B"/>
                </a:solidFill>
                <a:latin typeface="Segoe UI"/>
              </a:rPr>
              <a:t>Conditional Access, Identity Protection, PIM e governance pratica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Argomenti di oggi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70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Conditional Access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regole di accesso basate su utente, rischio e dispositivo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Identity Protection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segnali di rischio e protezione degli account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PIM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ruoli privilegiati attivi solo quando servono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Management Groups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organizzare più subscription in modo coerente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Azure Policy e iniziative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applicare regole di conformità in modo centralizzato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Naming, tagging e locks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governance pratica delle risorse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B2B ed External ID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identità esterne per partner e applicazioni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Conditional Access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1" i="0">
                <a:solidFill>
                  <a:srgbClr val="111111"/>
                </a:solidFill>
                <a:latin typeface="Segoe UI"/>
              </a:rPr>
              <a:t>Conditional Access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il motore Zero Trust di Microsoft Entra. Funziona con regole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if-then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“Se un utente vuole accedere a una risorsa,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allora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 deve soddisfare una condizione.”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Esempio: "Se un utente accede da fuori rete aziendale, allora deve fare MFA."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Le policy si creano in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Entra ID &gt; Conditional Access &gt; Policies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si applicano dopo l'autenticazione iniziale (primo fattore).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Richiedono licenza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Entra ID P1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(inclusa in Microsoft 365 Business Premium).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Conditional Access: segnali e decisioni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437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1" i="0">
                <a:solidFill>
                  <a:srgbClr val="111111"/>
                </a:solidFill>
                <a:latin typeface="Segoe UI"/>
              </a:rPr>
              <a:t>Segnali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(input della policy):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Utente o gruppo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a chi si applica la policy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Indirizzo IP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posizione geografica, rete aziendale o meno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Dispositivo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conforme, ibrido, piattaforma (Windows, iOS...)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Applicazione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a quale app si sta accedendo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Livello di rischio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segnale da Identity Protection</a:t>
            </a:r>
          </a:p>
          <a:p>
            <a:pPr>
              <a:spcBef>
                <a:spcPts val="600"/>
              </a:spcBef>
            </a:pPr>
            <a:r>
              <a:rPr sz="2000" b="1" i="0">
                <a:solidFill>
                  <a:srgbClr val="111111"/>
                </a:solidFill>
                <a:latin typeface="Segoe UI"/>
              </a:rPr>
              <a:t>Decisioni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(output della policy):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Blocca accesso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Consenti con condizioni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richiedi MFA, dispositivo conforme, cambio password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Identity Protection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5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1" i="0">
                <a:solidFill>
                  <a:srgbClr val="111111"/>
                </a:solidFill>
                <a:latin typeface="Segoe UI"/>
              </a:rPr>
              <a:t>Identity Protection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rileva automaticamente comportamenti sospetti sugli accessi: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Login da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IP anonimi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(es. VPN/Tor)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Password spray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tentativi di indovinare password su molti account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Credenziali compromesse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trovate in database di leak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Viaggio impossibile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login da Roma e da Tokyo a 5 minuti di distanza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Genera tre report: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risky users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risky sign-ins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risk detections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Può integrarsi con Conditional Access: se il rischio è alto, blocca l'accesso o forza il cambio password. Richiede licenza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Entra ID P2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PIM: Privileged Identity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69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1" i="0">
                <a:solidFill>
                  <a:srgbClr val="111111"/>
                </a:solidFill>
                <a:latin typeface="Segoe UI"/>
              </a:rPr>
              <a:t>PIM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elimina i permessi privilegiati permanenti. Principio: nessuno dovrebbe essere Owner o Global Admin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24/7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Come funziona: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L'admin assegna un ruolo come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eligible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(idoneo), non active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Quando serve, l'utente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attiva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il ruolo dal portale PIM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L'attivazione richiede: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MFA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una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giustificazione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eventuale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approvazione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ruolo resta attivo per un tempo limitato (es. 8 ore), poi scade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666666"/>
                </a:solidFill>
                <a:latin typeface="Segoe UI"/>
              </a:rPr>
              <a:t>“È il principio del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just-in-time access</a:t>
            </a:r>
            <a:r>
              <a:rPr sz="2000" b="0" i="0">
                <a:solidFill>
                  <a:srgbClr val="666666"/>
                </a:solidFill>
                <a:latin typeface="Segoe UI"/>
              </a:rPr>
              <a:t>: i permessi esistono solo quando servono.”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Richiede licenza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Entra ID P2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Entra ID Governance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Management Groups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959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I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Management Groups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sono il livello sopra le subscription: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Management Group &gt; Subscription &gt; Resource Group &gt; Resource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Servono per applicare in modo coerente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policy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RBAC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a più sottoscrizioni insieme.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Ogni directory ha un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Root Management Group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Le assegnazioni fatte a un MG si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ereditano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verso il basso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Sono utili per separare ambienti, business unit o aree geografiche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666666"/>
                </a:solidFill>
                <a:latin typeface="Segoe UI"/>
              </a:rPr>
              <a:t>“Esempio: il MG "Europa" può imporre policy comuni a tutte le subscription europee.”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Azure Policy e iniziative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30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1" i="0">
                <a:solidFill>
                  <a:srgbClr val="111111"/>
                </a:solidFill>
                <a:latin typeface="Segoe UI"/>
              </a:rPr>
              <a:t>Azure Policy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controlla se le risorse rispettano regole organizzative.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Esempi: consentire solo regioni approvate, imporre tag obbligatori, vietare SKU non autorizzate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Effetti tipici: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audit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deny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append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deployIfNotExists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Si assegna a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Management Group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subscription o Resource Group</a:t>
            </a:r>
          </a:p>
          <a:p>
            <a:pPr>
              <a:spcBef>
                <a:spcPts val="1000"/>
              </a:spcBef>
            </a:pPr>
            <a:r>
              <a:rPr sz="2000" b="1" i="0">
                <a:solidFill>
                  <a:srgbClr val="111111"/>
                </a:solidFill>
                <a:latin typeface="Segoe UI"/>
              </a:rPr>
              <a:t>Iniziativa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= raccolta di più policy gestite come un unico set.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Utile per standard di sicurezza, compliance o cost management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Rende più semplice applicare e tracciare regole comuni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666666"/>
                </a:solidFill>
                <a:latin typeface="Segoe UI"/>
              </a:rPr>
              <a:t>“I Management Groups danno la gerarchia, Azure Policy applica le regole.”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Governance pratica: naming, tagging e locks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1673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Strumento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1673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 cosa serve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213055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Naming convention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213055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Dare nomi coerenti e leggibili alle risorse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279908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Tag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279908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Aggiungere metadati come </a:t>
            </a:r>
            <a:r>
              <a:rPr sz="1600" b="0" i="0">
                <a:solidFill>
                  <a:srgbClr val="333333"/>
                </a:solidFill>
                <a:latin typeface="Consolas"/>
              </a:rPr>
              <a:t>Environment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1600" b="0" i="0">
                <a:solidFill>
                  <a:srgbClr val="333333"/>
                </a:solidFill>
                <a:latin typeface="Consolas"/>
              </a:rPr>
              <a:t>Owner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1600" b="0" i="0">
                <a:solidFill>
                  <a:srgbClr val="333333"/>
                </a:solidFill>
                <a:latin typeface="Consolas"/>
              </a:rPr>
              <a:t>CostCenter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3467608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3467608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Proteggere da modifiche o cancellazioni accidentali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27576"/>
            <a:ext cx="9966960" cy="186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tag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aiutano costi e filtri, ma non si ereditano automaticamente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lock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nel portale sono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Delete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Read-only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; in CLI/API sono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CanNotDelete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ReadOnly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B2B ed External ID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91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1" i="0">
                <a:solidFill>
                  <a:srgbClr val="111111"/>
                </a:solidFill>
                <a:latin typeface="Segoe UI"/>
              </a:rPr>
              <a:t>B2B collaboration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collaborazione con partner esterni nel tenant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workforce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Inviti un utente esterno come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Guest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nello stesso tenant dei dipendenti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Usa spesso le sue credenziali originali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Accede solo a ciò che gli condividi</a:t>
            </a:r>
          </a:p>
          <a:p>
            <a:pPr>
              <a:spcBef>
                <a:spcPts val="1000"/>
              </a:spcBef>
            </a:pPr>
            <a:r>
              <a:rPr sz="2000" b="1" i="0">
                <a:solidFill>
                  <a:srgbClr val="111111"/>
                </a:solidFill>
                <a:latin typeface="Segoe UI"/>
              </a:rPr>
              <a:t>External ID in external tenant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CIAM per clienti o business customer.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Tenant separato in configurazione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external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Registrazione self-service e login anche con provider esterni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Scenario tipico: portali clienti, app SaaS o aree riservate per utenti esterni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Riepilogo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388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Accesso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Conditional Access e Identity Protection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Privilegi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PIM per ridurre i permessi permanenti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Governance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Management Groups, Policy, tag e locks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Identità esterne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B2B per partner, External ID per utenti finali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Questi strumenti si combinano per decidere chi entra, con quali permessi e su quali risorse.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Dove lo vedi: Entra admin center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810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Se sei in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Portal settings &gt; Directories + subscriptions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non e' questa la schermata giusta.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Nel menu sinistro torna su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Entra ID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usa anche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Search menu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se una voce non e' visibile.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Vai in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Entra ID &gt; Conditional Access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poi apri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Policies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Apri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Identity Protection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usa i report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Risky users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Risky sign-ins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Risk detections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Apri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Privileged Identity Management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per ruoli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eligible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attivazioni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Vai in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Entra ID &gt; Users &gt; New user &gt; Invite external user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Vai in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Entra ID &gt; External Identities &gt; Cross-tenant access settings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Dove lo vedi: Azure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471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Apri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portal.azure.com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poi: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Cerca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Management Groups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per vedere la gerarchia sopra le subscription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Cerca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Policy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per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Definitions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Assignments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Compliance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Apri una subscription, Resource Group o risorsa e vai in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Tags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Per i lock: sulla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subscription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la voce e'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Resource locks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; su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Resource Group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 risorsa la voce e'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Locks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naming convention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non ha una schermata dedicata: si definisce come standard e spesso si fa rispettare con Azure Policy.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