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cli/azure/acr#az-acr-build" TargetMode="External"/><Relationship Id="rId3" Type="http://schemas.openxmlformats.org/officeDocument/2006/relationships/hyperlink" Target="https://learn.microsoft.com/azure/devops/pipelines/tasks/reference/azure-cli-v2" TargetMode="External"/><Relationship Id="rId4" Type="http://schemas.openxmlformats.org/officeDocument/2006/relationships/hyperlink" Target="https://learn.microsoft.com/azure/devops/pipelines/tasks/reference/azure-function-app-v2" TargetMode="External"/><Relationship Id="rId5" Type="http://schemas.openxmlformats.org/officeDocument/2006/relationships/hyperlink" Target="https://learn.microsoft.com/azure/azure-functions/functions-how-to-azure-devop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Esercitazione: due pipeline DevOps - push su ACR e deploy di una Function (3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4264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Automatizzare con due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Ciò che nelle scorse esercitazioni avete fatto a mano, ora lo fa Azure DevOps a ogni push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Obiettivo in parole povere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63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Nelle esercitazioni precedenti avete costruito un'immagine e una Function App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 mano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Qui il lavoro lo fa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pipeline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da sola, a ogni modifica del codice: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Pipeline 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builda l'immagine Docker e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pubblica su ACR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Pipeline B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— prende il codice della Function e 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deploya sulla Function App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“Il valore non è il codice: è che tra il </a:t>
            </a:r>
            <a:r>
              <a:rPr sz="2400" b="0" i="0">
                <a:solidFill>
                  <a:srgbClr val="666666"/>
                </a:solidFill>
                <a:latin typeface="Consolas"/>
              </a:rPr>
              <a:t>git push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e il risultato in cloud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non tocca più nessuno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Il flusso da realizzare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95247" y="941832"/>
            <a:ext cx="9601200" cy="249935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    git push su main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                |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+---------------+---------------+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|                               |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Pipeline A                      Pipeline B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(build immagine)                (deploy Function)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|                               |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az acr build                  publish del codice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       |                               |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 immagine su ACR              Function App aggiornata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32622"/>
            <a:ext cx="9966960" cy="100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Due repository, due pipeline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ognuna reagisce al proprio push.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Cosa vi serve (prerequisiti)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34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project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 Azure DevOps (ExtraNet)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Repos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Pipelines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service connection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verso la subscription (già configurata nel project)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Container Registry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(quello dell'esercitazione 26)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Function App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già esistente su Azure (quella delle esercitazioni 23/25)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codice pronto: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Dockerfile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la pipeline A,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Function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la pipeline B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“Non create nulla di nuovo su Azure: riusate le risorse che avete già.”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Organizzazione del tempo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544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3 ore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i tempi li gestite voi.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Ordine consigliato: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Mettere il codice in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due repository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su Azure Repos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Scrivere il file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azure-pipelines.yml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della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pipeline 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(ACR)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Crearla, farla partire, dare il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Permit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alla service connection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Verificare l'immagine nel registry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Ripetere per la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pipeline B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(Function)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      ○  Prova finale: cambio una riga, push, e ritrovo il risultato aggiornato in cloud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Regola d'oro: fate funzionare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prima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la pipeline A, poi passate alla 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Pipeline A: cosa deve fare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769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A ogni push sul repository del container: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buildare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l'immagine a partire dal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Dockerfile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pubblicarla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 ACR con due tag: il numero della build e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latest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Usiamo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az acr build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la build gira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dentro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ACR, l'agent non ha bisogno di Docker.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L'autenticazione passa dalla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service connection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nessuna password nel codice.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Pipeline A: azure-pipelines.yml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95247" y="941832"/>
            <a:ext cx="9601200" cy="40462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trigger: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branches: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include: [ main ]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pool: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vmImage: ubuntu-latest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variables: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acrName: 'ilvostroacr'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imageName: 'hello-app'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azureSubscription: 'la-vostra-service-connection'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steps: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- task: AzureCLI@2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displayName: 'Build e push su ACR'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inputs: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  azureSubscription: '$(azureSubscription)'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  scriptType: bash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  scriptLocation: inlineScript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  inlineScript: |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    az acr build --registry $(acrName) \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      --image $(imageName):$(Build.BuildId) \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      --image $(imageName):latest 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Pipeline A: verifica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Dal portale (ACR -&gt; Repositories) oppure da riga di comando: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95247" y="1927352"/>
            <a:ext cx="9601200" cy="1219196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az acr repository show-tags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--name ilvostroacr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--repository hello-app \</a:t>
            </a:r>
          </a:p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333333"/>
                </a:solidFill>
                <a:latin typeface="Consolas"/>
              </a:rPr>
              <a:t>  --output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37988"/>
            <a:ext cx="9966960" cy="2270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vedete i due tag (il numero della build e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latest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), la pipeline A è a posto.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“Alla prima esecuzione la pipeline si ferma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"waiting for approval"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: cliccate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View -&gt; Permit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 Non è un errore, è l'autorizzazione a usare la service connection.”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Pipeline B: cosa deve fare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388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A ogni push sul repository della Function: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preparare il pacchetto del codice della Function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deployarlo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sulla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Function App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già esistente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ricreiamo la Function App: la pipeline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aggiorna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solo il suo codice.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Anche qui l'accesso ad Azure passa dalla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service connection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Pipeline B: azure-pipelines.yml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95247" y="941832"/>
            <a:ext cx="9601200" cy="340614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>
            <a:normAutofit/>
          </a:bodyPr>
          <a:lstStyle/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trigger: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branches: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include: [ main ]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pool: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vmImage: ubuntu-latest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variables: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azureSubscription: 'la-vostra-service-connection'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functionAppName: 'la-vostra-function-app'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/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steps: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- task: AzureFunctionApp@2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displayName: 'Deploy della Function App'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inputs: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  connectedServiceNameARM: '$(azureSubscription)'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  appType: 'functionAppLinux'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  appName: '$(functionAppName)'</a:t>
            </a:r>
          </a:p>
          <a:p>
            <a:pPr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333333"/>
                </a:solidFill>
                <a:latin typeface="Consolas"/>
              </a:rPr>
              <a:t>      package: '$(System.DefaultWorkingDirectory)'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Pipeline B: verifica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997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Aprite l'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URL della Function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(l'HTTP trigger) e controllate la risposta.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Cambiate una riga nel codice della Function (es. il testo restituito), fate push.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Dopo che la pipeline è verde, la stessa URL deve rispondere con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nuova versione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“Se il deploy va a buon fine ma la Function "non cambia": quasi sempre è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pacchetto sbagliato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 (state deployando la cartella giusta?) o la cache del browser.”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Usate la documentazione Microsoft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15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Non serve saperlo a memoria: si va sulla documentazione.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2"/>
              </a:rPr>
              <a:t>az acr build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3"/>
              </a:rPr>
              <a:t>Task AzureCLI@2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4"/>
              </a:rPr>
              <a:t>Task AzureFunctionApp@2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 u="sng">
                <a:solidFill>
                  <a:srgbClr val="1558B0"/>
                </a:solidFill>
                <a:latin typeface="Segoe UI"/>
                <a:hlinkClick r:id="rId5"/>
              </a:rPr>
              <a:t>CI/CD per Azure Functions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Cosa consegnare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Un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PDF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con gli screenshot dei momenti chiave, quelli che dimostrano che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funziona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i due file </a:t>
            </a:r>
            <a:r>
              <a:rPr sz="2000" b="0" i="0">
                <a:solidFill>
                  <a:srgbClr val="333333"/>
                </a:solidFill>
                <a:latin typeface="Consolas"/>
              </a:rPr>
              <a:t>azure-pipelines.yml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(pipeline A e pipeline B)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pipeline A verde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i due tag dell'immagine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nel registry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la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pipeline B verde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la Function che risponde all'URL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la prova "a ogni modifica": cambio una riga, push, e il risultato in cloud cambia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Spiegate in due righe: perché la pipeline vive come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YAML nel repository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perché le credenziali stanno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solo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nella service connection.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111111"/>
                </a:solidFill>
                <a:latin typeface="Segoe UI"/>
              </a:rPr>
              <a:t>Lavoro di gruppo: massimo 2-3 persone.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Suggerimenti ed errori tipici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531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Pipeline ferma prima di partire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manca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Permit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sulla service connection.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Nome service connection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nel YAML va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nome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della connection, non l'ID della subscription.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denied / unauthorized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 ACR: la service connection non ha i permessi di push sul registry.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La pipeline non parte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dopo il push: controllate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trigger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il nome del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branch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Function invariata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dopo il deploy: pacchetto o cartella sbagliata nel campo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package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Tenete tutto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ExtraNet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repository, pipeline e risorse nello stesso posto.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