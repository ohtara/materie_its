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Storage, Data &amp; Integration - PT1: Storage account, servizi dati, sicurezza e accesso storage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Storage account e servizi dati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Storage account: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General Purpose v2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Premium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Servizi disponibili: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Blob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Queue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Table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Casi d'uso principali dei servizi dati e quando scegliere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Files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Criteri di scelta: prestazioni, latenza, costo e tipo di workload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Scelte iniziali: naming, regione e ridondanza del dato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partiamo dallo storage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storage account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contenitore logico dei principali servizi dati di base su Azure.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Dentro uno storage account puoi trovare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Blob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Queue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Table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scelte fatte all'inizio influenzano costo, prestazioni e resilienza.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Prima di creare i dati, conviene capire che tipo di workload stiamo servendo.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non è solo salvare dati: è scegliere il servizio giusto.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General Purpose v2 o Premium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Modello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Quando ha senso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General Purpose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scelta standard per la maggior parte dei workload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latenza più bassa e prestazioni più alte su scenari specifici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27528"/>
            <a:ext cx="9966960" cy="234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GPv2 è il punto di partenza naturale in quasi tutti i progetti.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Premium si usa quando il carico giustifica davvero il costo più alto.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domanda giusta è: che prestazioni servono davvero?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 quattro servizi da ricordare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 cosa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Blob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oggetti, file applicativi, immagini, log, backup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 share gestite con accesso tipo file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7360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7360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messaggi semplici tra componenti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3193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3193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NoSQL chiave-valore semplici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1928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Lo stesso storage account può esporre più servizi.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Cambia il modello di accesso, non solo il 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scegliere ciascun servizio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Blob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 devi salvare file o oggetti non strutturati.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Files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 ti serve una share condivisa come servizio gestito.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Queue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 devi disaccoppiare producer e consumer con messaggi semplici.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Table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 ti basta un archivio NoSQL leggero e poco complesso.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il dato è relazionale o molto strutturato, di solito serve un servizio diverso.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Regione e ridondanza del dato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conta per latenza, vicinanza agli utenti e conformità.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tiene copie locali nello stesso datacenter.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ZRS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distribuisce le copie su più zone della stessa regione.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varianti simili aggiungono replica geografica.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Più protezione significa spesso più costo e più complessità di scelta.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Nel wizard, cosa guardare davvero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93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Performance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Standard o Premium.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Redundancy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LRS, ZRS o replica geografica.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dove vivrà davvero il dato.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Naming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regole semplici e nomi coerenti.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Public access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rete: da decidere subito, non solo dopo.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Sicurezza e accesso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Accesso ai dati: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SAS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Shared Key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Managed Identity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Differenza tra credenziale applicativa e accesso operativo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Protezione rete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Firewall storage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regole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Riduzione superficie esposta con accessi controllati e segmentazione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la sicurezza storage è delicata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Lo storage contiene spesso file applicativi, dati aziendali, log e backup.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l'accesso è troppo ampio, il rischio non è solo leggere i dati ma anche modificarli o cancellarli.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Bisogna distinguere l'accesso degli amministratori da quello delle applicazioni.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L'obiettivo è ridurre privilegi, superficie esposta e segreti in chiaro.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la parte tecnica e quella operativa si toccano davvero.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Tre modi comuni di dare accesso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Metodo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Logica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Shared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accesso pieno basato sulla chiave dell'account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accesso limitato per tempo, permessi e risorsa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7360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Managed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7360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accesso senza segreti nel codice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84728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chiave account è potente ma anche rischiosa.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SAS restringe meglio il perimetro.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Managed Identity è spesso la scelta più pulita per i workload Azure.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Credenziale applicativa vs accesso operativo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Un'app non dovrebbe usare le stesse credenziali di un amministratore.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L'accesso operativo serve a gestire, verificare e correggere.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L'accesso applicativo serve solo a fare il lavoro minimo richiesto.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ruoli dati aiutano a separare questi due piani.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questa separazione manca, la sicurezza peggiora subito.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Firewall storage e rete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Uno storage account può essere aperto pubblicamente, limitato o chiuso alla rete pubblica.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firewall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permette di limitare IP e reti autorizzate.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regole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restringono l'accesso ai workload interni autorizzati.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serve isolamento più forte, si entra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Private Endpoint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sicurezza non dipende solo dalla credenziale, ma anche dal percorso di rete.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Ridurre la superficie esposta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Preferire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Managed Identity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quando l'app gira su servizi Azure.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Usare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SAS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brevi e mirate invece di accessi troppo larghi.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Limitare o disabilitare l'accesso pubblico quando non serve.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Separare storage diversi per sensibilità e responsabilità.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Attivare log e auditing per lasciare tracce leggibili.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Nel portale, dove guardare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31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Access keys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capire se esistono chiavi account attive.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Shared access signature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generare accessi delegati.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IAM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ruoli e autorizzazioni.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firewall, reti selezionate e endpoint.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si legge quasi tutto il perimetro di sicurezza dello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